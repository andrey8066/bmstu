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0"/>
  </p:notesMasterIdLst>
  <p:sldIdLst>
    <p:sldId id="256" r:id="rId4"/>
    <p:sldId id="257" r:id="rId5"/>
    <p:sldId id="258" r:id="rId6"/>
    <p:sldId id="259" r:id="rId7"/>
    <p:sldId id="260" r:id="rId8"/>
    <p:sldId id="261" r:id="rId9"/>
  </p:sldIdLst>
  <p:sldSz cx="12192000" cy="6858000"/>
  <p:notesSz cx="6858000" cy="9144000"/>
  <p:defaultTextStyle>
    <a:defPPr>
      <a:defRPr lang="ru-RU"/>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90" d="100"/>
          <a:sy n="90" d="100"/>
        </p:scale>
        <p:origin x="298" y="62"/>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notesMaster" Target="notesMasters/notesMaster1.xml"/><Relationship Id="rId11" Type="http://schemas.openxmlformats.org/officeDocument/2006/relationships/presProps" Target="presProps.xml" /><Relationship Id="rId12" Type="http://schemas.openxmlformats.org/officeDocument/2006/relationships/tableStyles" Target="tableStyles.xml" /><Relationship Id="rId1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959167040"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2012720602"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855141435"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60735902"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49011661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215351830"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78823941" name="Slide Image Placeholder 1"/>
          <p:cNvSpPr>
            <a:spLocks noChangeAspect="1" noGrp="1" noRot="1"/>
          </p:cNvSpPr>
          <p:nvPr>
            <p:ph type="sldImg"/>
          </p:nvPr>
        </p:nvSpPr>
        <p:spPr bwMode="auto"/>
      </p:sp>
      <p:sp>
        <p:nvSpPr>
          <p:cNvPr id="586155303" name="Notes Placeholder 2"/>
          <p:cNvSpPr>
            <a:spLocks noGrp="1"/>
          </p:cNvSpPr>
          <p:nvPr>
            <p:ph type="body" idx="1"/>
          </p:nvPr>
        </p:nvSpPr>
        <p:spPr bwMode="auto"/>
        <p:txBody>
          <a:bodyPr/>
          <a:lstStyle/>
          <a:p>
            <a:pPr>
              <a:defRPr/>
            </a:pPr>
            <a:endParaRPr/>
          </a:p>
        </p:txBody>
      </p:sp>
      <p:sp>
        <p:nvSpPr>
          <p:cNvPr id="1963907866" name="Slide Number Placeholder 3"/>
          <p:cNvSpPr>
            <a:spLocks noGrp="1"/>
          </p:cNvSpPr>
          <p:nvPr>
            <p:ph type="sldNum" sz="quarter" idx="10"/>
          </p:nvPr>
        </p:nvSpPr>
        <p:spPr bwMode="auto"/>
        <p:txBody>
          <a:bodyPr/>
          <a:lstStyle/>
          <a:p>
            <a:pPr>
              <a:defRPr/>
            </a:pPr>
            <a:fld id="{8DED6698-7966-6AF8-45CF-12F10AA8D7B7}"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87335640" name="Slide Image Placeholder 1"/>
          <p:cNvSpPr>
            <a:spLocks noChangeAspect="1" noGrp="1" noRot="1"/>
          </p:cNvSpPr>
          <p:nvPr>
            <p:ph type="sldImg"/>
          </p:nvPr>
        </p:nvSpPr>
        <p:spPr bwMode="auto"/>
      </p:sp>
      <p:sp>
        <p:nvSpPr>
          <p:cNvPr id="658939591" name="Notes Placeholder 2"/>
          <p:cNvSpPr>
            <a:spLocks noGrp="1"/>
          </p:cNvSpPr>
          <p:nvPr>
            <p:ph type="body" idx="1"/>
          </p:nvPr>
        </p:nvSpPr>
        <p:spPr bwMode="auto"/>
        <p:txBody>
          <a:bodyPr/>
          <a:lstStyle/>
          <a:p>
            <a:pPr>
              <a:defRPr/>
            </a:pPr>
            <a:endParaRPr/>
          </a:p>
        </p:txBody>
      </p:sp>
      <p:sp>
        <p:nvSpPr>
          <p:cNvPr id="532921582" name="Slide Number Placeholder 3"/>
          <p:cNvSpPr>
            <a:spLocks noGrp="1"/>
          </p:cNvSpPr>
          <p:nvPr>
            <p:ph type="sldNum" sz="quarter" idx="10"/>
          </p:nvPr>
        </p:nvSpPr>
        <p:spPr bwMode="auto"/>
        <p:txBody>
          <a:bodyPr/>
          <a:lstStyle/>
          <a:p>
            <a:pPr>
              <a:defRPr/>
            </a:pPr>
            <a:fld id="{2CC06E57-0A9A-8B70-08EF-192C0203EBB6}"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12018955" name="Slide Image Placeholder 1"/>
          <p:cNvSpPr>
            <a:spLocks noChangeAspect="1" noGrp="1" noRot="1"/>
          </p:cNvSpPr>
          <p:nvPr>
            <p:ph type="sldImg"/>
          </p:nvPr>
        </p:nvSpPr>
        <p:spPr bwMode="auto"/>
      </p:sp>
      <p:sp>
        <p:nvSpPr>
          <p:cNvPr id="780092294" name="Notes Placeholder 2"/>
          <p:cNvSpPr>
            <a:spLocks noGrp="1"/>
          </p:cNvSpPr>
          <p:nvPr>
            <p:ph type="body" idx="1"/>
          </p:nvPr>
        </p:nvSpPr>
        <p:spPr bwMode="auto"/>
        <p:txBody>
          <a:bodyPr/>
          <a:lstStyle/>
          <a:p>
            <a:pPr>
              <a:defRPr/>
            </a:pPr>
            <a:endParaRPr/>
          </a:p>
        </p:txBody>
      </p:sp>
      <p:sp>
        <p:nvSpPr>
          <p:cNvPr id="1487008367" name="Slide Number Placeholder 3"/>
          <p:cNvSpPr>
            <a:spLocks noGrp="1"/>
          </p:cNvSpPr>
          <p:nvPr>
            <p:ph type="sldNum" sz="quarter" idx="10"/>
          </p:nvPr>
        </p:nvSpPr>
        <p:spPr bwMode="auto"/>
        <p:txBody>
          <a:bodyPr/>
          <a:lstStyle/>
          <a:p>
            <a:pPr>
              <a:defRPr/>
            </a:pPr>
            <a:fld id="{DBBFF03E-C213-E1FC-12C4-62D0F0538B46}"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202192" name="Slide Image Placeholder 1"/>
          <p:cNvSpPr>
            <a:spLocks noChangeAspect="1" noGrp="1" noRot="1"/>
          </p:cNvSpPr>
          <p:nvPr>
            <p:ph type="sldImg"/>
          </p:nvPr>
        </p:nvSpPr>
        <p:spPr bwMode="auto"/>
      </p:sp>
      <p:sp>
        <p:nvSpPr>
          <p:cNvPr id="1858479995" name="Notes Placeholder 2"/>
          <p:cNvSpPr>
            <a:spLocks noGrp="1"/>
          </p:cNvSpPr>
          <p:nvPr>
            <p:ph type="body" idx="1"/>
          </p:nvPr>
        </p:nvSpPr>
        <p:spPr bwMode="auto"/>
        <p:txBody>
          <a:bodyPr/>
          <a:lstStyle/>
          <a:p>
            <a:pPr>
              <a:defRPr/>
            </a:pPr>
            <a:endParaRPr/>
          </a:p>
        </p:txBody>
      </p:sp>
      <p:sp>
        <p:nvSpPr>
          <p:cNvPr id="1377685986" name="Slide Number Placeholder 3"/>
          <p:cNvSpPr>
            <a:spLocks noGrp="1"/>
          </p:cNvSpPr>
          <p:nvPr>
            <p:ph type="sldNum" sz="quarter" idx="10"/>
          </p:nvPr>
        </p:nvSpPr>
        <p:spPr bwMode="auto"/>
        <p:txBody>
          <a:bodyPr/>
          <a:lstStyle/>
          <a:p>
            <a:pPr>
              <a:defRPr/>
            </a:pPr>
            <a:fld id="{BDB7E45B-73C7-0ABE-222D-D5DCD71B0739}"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65194278" name="Slide Image Placeholder 1"/>
          <p:cNvSpPr>
            <a:spLocks noChangeAspect="1" noGrp="1" noRot="1"/>
          </p:cNvSpPr>
          <p:nvPr>
            <p:ph type="sldImg"/>
          </p:nvPr>
        </p:nvSpPr>
        <p:spPr bwMode="auto"/>
      </p:sp>
      <p:sp>
        <p:nvSpPr>
          <p:cNvPr id="1207394982" name="Notes Placeholder 2"/>
          <p:cNvSpPr>
            <a:spLocks noGrp="1"/>
          </p:cNvSpPr>
          <p:nvPr>
            <p:ph type="body" idx="1"/>
          </p:nvPr>
        </p:nvSpPr>
        <p:spPr bwMode="auto"/>
        <p:txBody>
          <a:bodyPr/>
          <a:lstStyle/>
          <a:p>
            <a:pPr>
              <a:defRPr/>
            </a:pPr>
            <a:endParaRPr/>
          </a:p>
        </p:txBody>
      </p:sp>
      <p:sp>
        <p:nvSpPr>
          <p:cNvPr id="398862393" name="Slide Number Placeholder 3"/>
          <p:cNvSpPr>
            <a:spLocks noGrp="1"/>
          </p:cNvSpPr>
          <p:nvPr>
            <p:ph type="sldNum" sz="quarter" idx="10"/>
          </p:nvPr>
        </p:nvSpPr>
        <p:spPr bwMode="auto"/>
        <p:txBody>
          <a:bodyPr/>
          <a:lstStyle/>
          <a:p>
            <a:pPr>
              <a:defRPr/>
            </a:pPr>
            <a:fld id="{A58D8E83-B3E2-FEAE-A976-2453A226BCCB}"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29910482" name="Slide Image Placeholder 1"/>
          <p:cNvSpPr>
            <a:spLocks noChangeAspect="1" noGrp="1" noRot="1"/>
          </p:cNvSpPr>
          <p:nvPr>
            <p:ph type="sldImg"/>
          </p:nvPr>
        </p:nvSpPr>
        <p:spPr bwMode="auto"/>
      </p:sp>
      <p:sp>
        <p:nvSpPr>
          <p:cNvPr id="1897544425" name="Notes Placeholder 2"/>
          <p:cNvSpPr>
            <a:spLocks noGrp="1"/>
          </p:cNvSpPr>
          <p:nvPr>
            <p:ph type="body" idx="1"/>
          </p:nvPr>
        </p:nvSpPr>
        <p:spPr bwMode="auto"/>
        <p:txBody>
          <a:bodyPr/>
          <a:lstStyle/>
          <a:p>
            <a:pPr>
              <a:defRPr/>
            </a:pPr>
            <a:endParaRPr/>
          </a:p>
        </p:txBody>
      </p:sp>
      <p:sp>
        <p:nvSpPr>
          <p:cNvPr id="887405499" name="Slide Number Placeholder 3"/>
          <p:cNvSpPr>
            <a:spLocks noGrp="1"/>
          </p:cNvSpPr>
          <p:nvPr>
            <p:ph type="sldNum" sz="quarter" idx="10"/>
          </p:nvPr>
        </p:nvSpPr>
        <p:spPr bwMode="auto"/>
        <p:txBody>
          <a:bodyPr/>
          <a:lstStyle/>
          <a:p>
            <a:pPr>
              <a:defRPr/>
            </a:pPr>
            <a:fld id="{CD10973B-CB1B-6F72-6FEC-39A400DE19E0}"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Титульный слайд">
    <p:spTree>
      <p:nvGrpSpPr>
        <p:cNvPr id="1" name=""/>
        <p:cNvGrpSpPr/>
        <p:nvPr/>
      </p:nvGrpSpPr>
      <p:grpSpPr bwMode="auto">
        <a:xfrm>
          <a:off x="0" y="0"/>
          <a:ext cx="0" cy="0"/>
          <a:chOff x="0" y="0"/>
          <a:chExt cx="0" cy="0"/>
        </a:xfrm>
      </p:grpSpPr>
      <p:sp>
        <p:nvSpPr>
          <p:cNvPr id="1163126066" name="Заголовок 1"/>
          <p:cNvSpPr>
            <a:spLocks noGrp="1"/>
          </p:cNvSpPr>
          <p:nvPr>
            <p:ph type="ctrTitle"/>
          </p:nvPr>
        </p:nvSpPr>
        <p:spPr bwMode="auto">
          <a:xfrm>
            <a:off x="1524000" y="1122363"/>
            <a:ext cx="9144000" cy="2387600"/>
          </a:xfrm>
        </p:spPr>
        <p:txBody>
          <a:bodyPr anchor="b"/>
          <a:lstStyle>
            <a:lvl1pPr algn="ctr">
              <a:defRPr sz="6000"/>
            </a:lvl1pPr>
          </a:lstStyle>
          <a:p>
            <a:pPr>
              <a:defRPr/>
            </a:pPr>
            <a:r>
              <a:rPr lang="ru-RU"/>
              <a:t>Образец заголовка</a:t>
            </a:r>
            <a:endParaRPr/>
          </a:p>
        </p:txBody>
      </p:sp>
      <p:sp>
        <p:nvSpPr>
          <p:cNvPr id="1815909233" name="Подзаголовок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ru-RU"/>
              <a:t>Образец подзаголовка</a:t>
            </a:r>
            <a:endParaRPr/>
          </a:p>
        </p:txBody>
      </p:sp>
      <p:sp>
        <p:nvSpPr>
          <p:cNvPr id="1572646914" name="Дата 3"/>
          <p:cNvSpPr>
            <a:spLocks noGrp="1"/>
          </p:cNvSpPr>
          <p:nvPr>
            <p:ph type="dt" sz="half" idx="10"/>
          </p:nvPr>
        </p:nvSpPr>
        <p:spPr bwMode="auto"/>
        <p:txBody>
          <a:bodyPr/>
          <a:lstStyle/>
          <a:p>
            <a:pPr>
              <a:defRPr/>
            </a:pPr>
            <a:fld id="{788A52BF-FCA2-47C2-AA54-D1834520CE1B}" type="datetimeFigureOut">
              <a:rPr lang="ru-RU"/>
              <a:t>22.03.2025</a:t>
            </a:fld>
            <a:endParaRPr lang="ru-RU"/>
          </a:p>
        </p:txBody>
      </p:sp>
      <p:sp>
        <p:nvSpPr>
          <p:cNvPr id="1447835798" name="Нижний колонтитул 4"/>
          <p:cNvSpPr>
            <a:spLocks noGrp="1"/>
          </p:cNvSpPr>
          <p:nvPr>
            <p:ph type="ftr" sz="quarter" idx="11"/>
          </p:nvPr>
        </p:nvSpPr>
        <p:spPr bwMode="auto"/>
        <p:txBody>
          <a:bodyPr/>
          <a:lstStyle/>
          <a:p>
            <a:pPr>
              <a:defRPr/>
            </a:pPr>
            <a:endParaRPr lang="ru-RU"/>
          </a:p>
        </p:txBody>
      </p:sp>
      <p:sp>
        <p:nvSpPr>
          <p:cNvPr id="832707773" name="Номер слайда 5"/>
          <p:cNvSpPr>
            <a:spLocks noGrp="1"/>
          </p:cNvSpPr>
          <p:nvPr>
            <p:ph type="sldNum" sz="quarter" idx="12"/>
          </p:nvPr>
        </p:nvSpPr>
        <p:spPr bwMode="auto"/>
        <p:txBody>
          <a:bodyPr/>
          <a:lstStyle/>
          <a:p>
            <a:pPr>
              <a:defRPr/>
            </a:pPr>
            <a:fld id="{5E66CDDA-4A74-4D15-AC30-43517CB0D2BF}" type="slidenum">
              <a:rPr lang="ru-RU"/>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Заголовок и объект">
    <p:spTree>
      <p:nvGrpSpPr>
        <p:cNvPr id="1" name=""/>
        <p:cNvGrpSpPr/>
        <p:nvPr/>
      </p:nvGrpSpPr>
      <p:grpSpPr bwMode="auto">
        <a:xfrm>
          <a:off x="0" y="0"/>
          <a:ext cx="0" cy="0"/>
          <a:chOff x="0" y="0"/>
          <a:chExt cx="0" cy="0"/>
        </a:xfrm>
      </p:grpSpPr>
      <p:sp>
        <p:nvSpPr>
          <p:cNvPr id="850170943" name="Заголовок 1"/>
          <p:cNvSpPr>
            <a:spLocks noGrp="1"/>
          </p:cNvSpPr>
          <p:nvPr>
            <p:ph type="title"/>
          </p:nvPr>
        </p:nvSpPr>
        <p:spPr bwMode="auto"/>
        <p:txBody>
          <a:bodyPr/>
          <a:lstStyle/>
          <a:p>
            <a:pPr>
              <a:defRPr/>
            </a:pPr>
            <a:r>
              <a:rPr lang="ru-RU"/>
              <a:t>Образец заголовка</a:t>
            </a:r>
            <a:endParaRPr/>
          </a:p>
        </p:txBody>
      </p:sp>
      <p:sp>
        <p:nvSpPr>
          <p:cNvPr id="632048037" name="Объект 2"/>
          <p:cNvSpPr>
            <a:spLocks noGrp="1"/>
          </p:cNvSpPr>
          <p:nvPr>
            <p:ph idx="1"/>
          </p:nvPr>
        </p:nvSpPr>
        <p:spPr bwMode="auto"/>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2099810623" name="Дата 3"/>
          <p:cNvSpPr>
            <a:spLocks noGrp="1"/>
          </p:cNvSpPr>
          <p:nvPr>
            <p:ph type="dt" sz="half" idx="10"/>
          </p:nvPr>
        </p:nvSpPr>
        <p:spPr bwMode="auto"/>
        <p:txBody>
          <a:bodyPr/>
          <a:lstStyle/>
          <a:p>
            <a:pPr>
              <a:defRPr/>
            </a:pPr>
            <a:fld id="{788A52BF-FCA2-47C2-AA54-D1834520CE1B}" type="datetimeFigureOut">
              <a:rPr lang="ru-RU"/>
              <a:t>22.03.2025</a:t>
            </a:fld>
            <a:endParaRPr lang="ru-RU"/>
          </a:p>
        </p:txBody>
      </p:sp>
      <p:sp>
        <p:nvSpPr>
          <p:cNvPr id="633168904" name="Нижний колонтитул 4"/>
          <p:cNvSpPr>
            <a:spLocks noGrp="1"/>
          </p:cNvSpPr>
          <p:nvPr>
            <p:ph type="ftr" sz="quarter" idx="11"/>
          </p:nvPr>
        </p:nvSpPr>
        <p:spPr bwMode="auto"/>
        <p:txBody>
          <a:bodyPr/>
          <a:lstStyle/>
          <a:p>
            <a:pPr>
              <a:defRPr/>
            </a:pPr>
            <a:endParaRPr lang="ru-RU"/>
          </a:p>
        </p:txBody>
      </p:sp>
      <p:sp>
        <p:nvSpPr>
          <p:cNvPr id="1717996230" name="Номер слайда 5"/>
          <p:cNvSpPr>
            <a:spLocks noGrp="1"/>
          </p:cNvSpPr>
          <p:nvPr>
            <p:ph type="sldNum" sz="quarter" idx="12"/>
          </p:nvPr>
        </p:nvSpPr>
        <p:spPr bwMode="auto"/>
        <p:txBody>
          <a:bodyPr/>
          <a:lstStyle/>
          <a:p>
            <a:pPr>
              <a:defRPr/>
            </a:pPr>
            <a:fld id="{5E66CDDA-4A74-4D15-AC30-43517CB0D2BF}" type="slidenum">
              <a:rPr lang="ru-RU"/>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Заголовок раздела">
    <p:spTree>
      <p:nvGrpSpPr>
        <p:cNvPr id="1" name=""/>
        <p:cNvGrpSpPr/>
        <p:nvPr/>
      </p:nvGrpSpPr>
      <p:grpSpPr bwMode="auto">
        <a:xfrm>
          <a:off x="0" y="0"/>
          <a:ext cx="0" cy="0"/>
          <a:chOff x="0" y="0"/>
          <a:chExt cx="0" cy="0"/>
        </a:xfrm>
      </p:grpSpPr>
      <p:sp>
        <p:nvSpPr>
          <p:cNvPr id="1734355229" name="Заголовок 1"/>
          <p:cNvSpPr>
            <a:spLocks noGrp="1"/>
          </p:cNvSpPr>
          <p:nvPr>
            <p:ph type="title"/>
          </p:nvPr>
        </p:nvSpPr>
        <p:spPr bwMode="auto">
          <a:xfrm>
            <a:off x="831850" y="1709738"/>
            <a:ext cx="10515600" cy="2852737"/>
          </a:xfrm>
        </p:spPr>
        <p:txBody>
          <a:bodyPr anchor="b"/>
          <a:lstStyle>
            <a:lvl1pPr>
              <a:defRPr sz="6000"/>
            </a:lvl1pPr>
          </a:lstStyle>
          <a:p>
            <a:pPr>
              <a:defRPr/>
            </a:pPr>
            <a:r>
              <a:rPr lang="ru-RU"/>
              <a:t>Образец заголовка</a:t>
            </a:r>
            <a:endParaRPr/>
          </a:p>
        </p:txBody>
      </p:sp>
      <p:sp>
        <p:nvSpPr>
          <p:cNvPr id="1894132180" name="Текст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ru-RU"/>
              <a:t>Образец текста</a:t>
            </a:r>
            <a:endParaRPr/>
          </a:p>
        </p:txBody>
      </p:sp>
      <p:sp>
        <p:nvSpPr>
          <p:cNvPr id="377177342" name="Дата 3"/>
          <p:cNvSpPr>
            <a:spLocks noGrp="1"/>
          </p:cNvSpPr>
          <p:nvPr>
            <p:ph type="dt" sz="half" idx="10"/>
          </p:nvPr>
        </p:nvSpPr>
        <p:spPr bwMode="auto"/>
        <p:txBody>
          <a:bodyPr/>
          <a:lstStyle/>
          <a:p>
            <a:pPr>
              <a:defRPr/>
            </a:pPr>
            <a:fld id="{788A52BF-FCA2-47C2-AA54-D1834520CE1B}" type="datetimeFigureOut">
              <a:rPr lang="ru-RU"/>
              <a:t>22.03.2025</a:t>
            </a:fld>
            <a:endParaRPr lang="ru-RU"/>
          </a:p>
        </p:txBody>
      </p:sp>
      <p:sp>
        <p:nvSpPr>
          <p:cNvPr id="2020912559" name="Нижний колонтитул 4"/>
          <p:cNvSpPr>
            <a:spLocks noGrp="1"/>
          </p:cNvSpPr>
          <p:nvPr>
            <p:ph type="ftr" sz="quarter" idx="11"/>
          </p:nvPr>
        </p:nvSpPr>
        <p:spPr bwMode="auto"/>
        <p:txBody>
          <a:bodyPr/>
          <a:lstStyle/>
          <a:p>
            <a:pPr>
              <a:defRPr/>
            </a:pPr>
            <a:endParaRPr lang="ru-RU"/>
          </a:p>
        </p:txBody>
      </p:sp>
      <p:sp>
        <p:nvSpPr>
          <p:cNvPr id="1005097574" name="Номер слайда 5"/>
          <p:cNvSpPr>
            <a:spLocks noGrp="1"/>
          </p:cNvSpPr>
          <p:nvPr>
            <p:ph type="sldNum" sz="quarter" idx="12"/>
          </p:nvPr>
        </p:nvSpPr>
        <p:spPr bwMode="auto"/>
        <p:txBody>
          <a:bodyPr/>
          <a:lstStyle/>
          <a:p>
            <a:pPr>
              <a:defRPr/>
            </a:pPr>
            <a:fld id="{5E66CDDA-4A74-4D15-AC30-43517CB0D2BF}" type="slidenum">
              <a:rPr lang="ru-RU"/>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Два объекта">
    <p:spTree>
      <p:nvGrpSpPr>
        <p:cNvPr id="1" name=""/>
        <p:cNvGrpSpPr/>
        <p:nvPr/>
      </p:nvGrpSpPr>
      <p:grpSpPr bwMode="auto">
        <a:xfrm>
          <a:off x="0" y="0"/>
          <a:ext cx="0" cy="0"/>
          <a:chOff x="0" y="0"/>
          <a:chExt cx="0" cy="0"/>
        </a:xfrm>
      </p:grpSpPr>
      <p:sp>
        <p:nvSpPr>
          <p:cNvPr id="1397336396" name="Заголовок 1"/>
          <p:cNvSpPr>
            <a:spLocks noGrp="1"/>
          </p:cNvSpPr>
          <p:nvPr>
            <p:ph type="title"/>
          </p:nvPr>
        </p:nvSpPr>
        <p:spPr bwMode="auto"/>
        <p:txBody>
          <a:bodyPr/>
          <a:lstStyle/>
          <a:p>
            <a:pPr>
              <a:defRPr/>
            </a:pPr>
            <a:r>
              <a:rPr lang="ru-RU"/>
              <a:t>Образец заголовка</a:t>
            </a:r>
            <a:endParaRPr/>
          </a:p>
        </p:txBody>
      </p:sp>
      <p:sp>
        <p:nvSpPr>
          <p:cNvPr id="1101548997" name="Объект 2"/>
          <p:cNvSpPr>
            <a:spLocks noGrp="1"/>
          </p:cNvSpPr>
          <p:nvPr>
            <p:ph sz="half" idx="1"/>
          </p:nvPr>
        </p:nvSpPr>
        <p:spPr bwMode="auto">
          <a:xfrm>
            <a:off x="838200" y="1825625"/>
            <a:ext cx="5181600" cy="4351338"/>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1814565551" name="Объект 3"/>
          <p:cNvSpPr>
            <a:spLocks noGrp="1"/>
          </p:cNvSpPr>
          <p:nvPr>
            <p:ph sz="half" idx="2"/>
          </p:nvPr>
        </p:nvSpPr>
        <p:spPr bwMode="auto">
          <a:xfrm>
            <a:off x="6172200" y="1825625"/>
            <a:ext cx="5181600" cy="4351338"/>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1221009955" name="Дата 4"/>
          <p:cNvSpPr>
            <a:spLocks noGrp="1"/>
          </p:cNvSpPr>
          <p:nvPr>
            <p:ph type="dt" sz="half" idx="10"/>
          </p:nvPr>
        </p:nvSpPr>
        <p:spPr bwMode="auto"/>
        <p:txBody>
          <a:bodyPr/>
          <a:lstStyle/>
          <a:p>
            <a:pPr>
              <a:defRPr/>
            </a:pPr>
            <a:fld id="{788A52BF-FCA2-47C2-AA54-D1834520CE1B}" type="datetimeFigureOut">
              <a:rPr lang="ru-RU"/>
              <a:t>22.03.2025</a:t>
            </a:fld>
            <a:endParaRPr lang="ru-RU"/>
          </a:p>
        </p:txBody>
      </p:sp>
      <p:sp>
        <p:nvSpPr>
          <p:cNvPr id="239785053" name="Нижний колонтитул 5"/>
          <p:cNvSpPr>
            <a:spLocks noGrp="1"/>
          </p:cNvSpPr>
          <p:nvPr>
            <p:ph type="ftr" sz="quarter" idx="11"/>
          </p:nvPr>
        </p:nvSpPr>
        <p:spPr bwMode="auto"/>
        <p:txBody>
          <a:bodyPr/>
          <a:lstStyle/>
          <a:p>
            <a:pPr>
              <a:defRPr/>
            </a:pPr>
            <a:endParaRPr lang="ru-RU"/>
          </a:p>
        </p:txBody>
      </p:sp>
      <p:sp>
        <p:nvSpPr>
          <p:cNvPr id="1215939497" name="Номер слайда 6"/>
          <p:cNvSpPr>
            <a:spLocks noGrp="1"/>
          </p:cNvSpPr>
          <p:nvPr>
            <p:ph type="sldNum" sz="quarter" idx="12"/>
          </p:nvPr>
        </p:nvSpPr>
        <p:spPr bwMode="auto"/>
        <p:txBody>
          <a:bodyPr/>
          <a:lstStyle/>
          <a:p>
            <a:pPr>
              <a:defRPr/>
            </a:pPr>
            <a:fld id="{5E66CDDA-4A74-4D15-AC30-43517CB0D2BF}" type="slidenum">
              <a:rPr lang="ru-RU"/>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Сравнение">
    <p:spTree>
      <p:nvGrpSpPr>
        <p:cNvPr id="1" name=""/>
        <p:cNvGrpSpPr/>
        <p:nvPr/>
      </p:nvGrpSpPr>
      <p:grpSpPr bwMode="auto">
        <a:xfrm>
          <a:off x="0" y="0"/>
          <a:ext cx="0" cy="0"/>
          <a:chOff x="0" y="0"/>
          <a:chExt cx="0" cy="0"/>
        </a:xfrm>
      </p:grpSpPr>
      <p:sp>
        <p:nvSpPr>
          <p:cNvPr id="694444196" name="Заголовок 1"/>
          <p:cNvSpPr>
            <a:spLocks noGrp="1"/>
          </p:cNvSpPr>
          <p:nvPr>
            <p:ph type="title"/>
          </p:nvPr>
        </p:nvSpPr>
        <p:spPr bwMode="auto">
          <a:xfrm>
            <a:off x="839788" y="365125"/>
            <a:ext cx="10515600" cy="1325563"/>
          </a:xfrm>
        </p:spPr>
        <p:txBody>
          <a:bodyPr/>
          <a:lstStyle/>
          <a:p>
            <a:pPr>
              <a:defRPr/>
            </a:pPr>
            <a:r>
              <a:rPr lang="ru-RU"/>
              <a:t>Образец заголовка</a:t>
            </a:r>
            <a:endParaRPr/>
          </a:p>
        </p:txBody>
      </p:sp>
      <p:sp>
        <p:nvSpPr>
          <p:cNvPr id="371240432" name="Текст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ru-RU"/>
              <a:t>Образец текста</a:t>
            </a:r>
            <a:endParaRPr/>
          </a:p>
        </p:txBody>
      </p:sp>
      <p:sp>
        <p:nvSpPr>
          <p:cNvPr id="1544141933" name="Объект 3"/>
          <p:cNvSpPr>
            <a:spLocks noGrp="1"/>
          </p:cNvSpPr>
          <p:nvPr>
            <p:ph sz="half" idx="2"/>
          </p:nvPr>
        </p:nvSpPr>
        <p:spPr bwMode="auto">
          <a:xfrm>
            <a:off x="839788" y="2505074"/>
            <a:ext cx="5157787" cy="3684588"/>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255404894" name="Текст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ru-RU"/>
              <a:t>Образец текста</a:t>
            </a:r>
            <a:endParaRPr/>
          </a:p>
        </p:txBody>
      </p:sp>
      <p:sp>
        <p:nvSpPr>
          <p:cNvPr id="519115790" name="Объект 5"/>
          <p:cNvSpPr>
            <a:spLocks noGrp="1"/>
          </p:cNvSpPr>
          <p:nvPr>
            <p:ph sz="quarter" idx="4"/>
          </p:nvPr>
        </p:nvSpPr>
        <p:spPr bwMode="auto">
          <a:xfrm>
            <a:off x="6172200" y="2505074"/>
            <a:ext cx="5183188" cy="3684588"/>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244063218" name="Дата 6"/>
          <p:cNvSpPr>
            <a:spLocks noGrp="1"/>
          </p:cNvSpPr>
          <p:nvPr>
            <p:ph type="dt" sz="half" idx="10"/>
          </p:nvPr>
        </p:nvSpPr>
        <p:spPr bwMode="auto"/>
        <p:txBody>
          <a:bodyPr/>
          <a:lstStyle/>
          <a:p>
            <a:pPr>
              <a:defRPr/>
            </a:pPr>
            <a:fld id="{788A52BF-FCA2-47C2-AA54-D1834520CE1B}" type="datetimeFigureOut">
              <a:rPr lang="ru-RU"/>
              <a:t>22.03.2025</a:t>
            </a:fld>
            <a:endParaRPr lang="ru-RU"/>
          </a:p>
        </p:txBody>
      </p:sp>
      <p:sp>
        <p:nvSpPr>
          <p:cNvPr id="1013546164" name="Нижний колонтитул 7"/>
          <p:cNvSpPr>
            <a:spLocks noGrp="1"/>
          </p:cNvSpPr>
          <p:nvPr>
            <p:ph type="ftr" sz="quarter" idx="11"/>
          </p:nvPr>
        </p:nvSpPr>
        <p:spPr bwMode="auto"/>
        <p:txBody>
          <a:bodyPr/>
          <a:lstStyle/>
          <a:p>
            <a:pPr>
              <a:defRPr/>
            </a:pPr>
            <a:endParaRPr lang="ru-RU"/>
          </a:p>
        </p:txBody>
      </p:sp>
      <p:sp>
        <p:nvSpPr>
          <p:cNvPr id="1721750952" name="Номер слайда 8"/>
          <p:cNvSpPr>
            <a:spLocks noGrp="1"/>
          </p:cNvSpPr>
          <p:nvPr>
            <p:ph type="sldNum" sz="quarter" idx="12"/>
          </p:nvPr>
        </p:nvSpPr>
        <p:spPr bwMode="auto"/>
        <p:txBody>
          <a:bodyPr/>
          <a:lstStyle/>
          <a:p>
            <a:pPr>
              <a:defRPr/>
            </a:pPr>
            <a:fld id="{5E66CDDA-4A74-4D15-AC30-43517CB0D2BF}" type="slidenum">
              <a:rPr lang="ru-RU"/>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Только заголовок">
    <p:spTree>
      <p:nvGrpSpPr>
        <p:cNvPr id="1" name=""/>
        <p:cNvGrpSpPr/>
        <p:nvPr/>
      </p:nvGrpSpPr>
      <p:grpSpPr bwMode="auto">
        <a:xfrm>
          <a:off x="0" y="0"/>
          <a:ext cx="0" cy="0"/>
          <a:chOff x="0" y="0"/>
          <a:chExt cx="0" cy="0"/>
        </a:xfrm>
      </p:grpSpPr>
      <p:sp>
        <p:nvSpPr>
          <p:cNvPr id="1913309440" name="Заголовок 1"/>
          <p:cNvSpPr>
            <a:spLocks noGrp="1"/>
          </p:cNvSpPr>
          <p:nvPr>
            <p:ph type="title"/>
          </p:nvPr>
        </p:nvSpPr>
        <p:spPr bwMode="auto"/>
        <p:txBody>
          <a:bodyPr/>
          <a:lstStyle/>
          <a:p>
            <a:pPr>
              <a:defRPr/>
            </a:pPr>
            <a:r>
              <a:rPr lang="ru-RU"/>
              <a:t>Образец заголовка</a:t>
            </a:r>
            <a:endParaRPr/>
          </a:p>
        </p:txBody>
      </p:sp>
      <p:sp>
        <p:nvSpPr>
          <p:cNvPr id="2050443869" name="Дата 2"/>
          <p:cNvSpPr>
            <a:spLocks noGrp="1"/>
          </p:cNvSpPr>
          <p:nvPr>
            <p:ph type="dt" sz="half" idx="10"/>
          </p:nvPr>
        </p:nvSpPr>
        <p:spPr bwMode="auto"/>
        <p:txBody>
          <a:bodyPr/>
          <a:lstStyle/>
          <a:p>
            <a:pPr>
              <a:defRPr/>
            </a:pPr>
            <a:fld id="{788A52BF-FCA2-47C2-AA54-D1834520CE1B}" type="datetimeFigureOut">
              <a:rPr lang="ru-RU"/>
              <a:t>22.03.2025</a:t>
            </a:fld>
            <a:endParaRPr lang="ru-RU"/>
          </a:p>
        </p:txBody>
      </p:sp>
      <p:sp>
        <p:nvSpPr>
          <p:cNvPr id="1827005728" name="Нижний колонтитул 3"/>
          <p:cNvSpPr>
            <a:spLocks noGrp="1"/>
          </p:cNvSpPr>
          <p:nvPr>
            <p:ph type="ftr" sz="quarter" idx="11"/>
          </p:nvPr>
        </p:nvSpPr>
        <p:spPr bwMode="auto"/>
        <p:txBody>
          <a:bodyPr/>
          <a:lstStyle/>
          <a:p>
            <a:pPr>
              <a:defRPr/>
            </a:pPr>
            <a:endParaRPr lang="ru-RU"/>
          </a:p>
        </p:txBody>
      </p:sp>
      <p:sp>
        <p:nvSpPr>
          <p:cNvPr id="1729468670" name="Номер слайда 4"/>
          <p:cNvSpPr>
            <a:spLocks noGrp="1"/>
          </p:cNvSpPr>
          <p:nvPr>
            <p:ph type="sldNum" sz="quarter" idx="12"/>
          </p:nvPr>
        </p:nvSpPr>
        <p:spPr bwMode="auto"/>
        <p:txBody>
          <a:bodyPr/>
          <a:lstStyle/>
          <a:p>
            <a:pPr>
              <a:defRPr/>
            </a:pPr>
            <a:fld id="{5E66CDDA-4A74-4D15-AC30-43517CB0D2BF}" type="slidenum">
              <a:rPr lang="ru-RU"/>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Пустой слайд">
    <p:spTree>
      <p:nvGrpSpPr>
        <p:cNvPr id="1" name=""/>
        <p:cNvGrpSpPr/>
        <p:nvPr/>
      </p:nvGrpSpPr>
      <p:grpSpPr bwMode="auto">
        <a:xfrm>
          <a:off x="0" y="0"/>
          <a:ext cx="0" cy="0"/>
          <a:chOff x="0" y="0"/>
          <a:chExt cx="0" cy="0"/>
        </a:xfrm>
      </p:grpSpPr>
      <p:sp>
        <p:nvSpPr>
          <p:cNvPr id="1419754546" name="Дата 1"/>
          <p:cNvSpPr>
            <a:spLocks noGrp="1"/>
          </p:cNvSpPr>
          <p:nvPr>
            <p:ph type="dt" sz="half" idx="10"/>
          </p:nvPr>
        </p:nvSpPr>
        <p:spPr bwMode="auto"/>
        <p:txBody>
          <a:bodyPr/>
          <a:lstStyle/>
          <a:p>
            <a:pPr>
              <a:defRPr/>
            </a:pPr>
            <a:fld id="{788A52BF-FCA2-47C2-AA54-D1834520CE1B}" type="datetimeFigureOut">
              <a:rPr lang="ru-RU"/>
              <a:t>22.03.2025</a:t>
            </a:fld>
            <a:endParaRPr lang="ru-RU"/>
          </a:p>
        </p:txBody>
      </p:sp>
      <p:sp>
        <p:nvSpPr>
          <p:cNvPr id="50288083" name="Нижний колонтитул 2"/>
          <p:cNvSpPr>
            <a:spLocks noGrp="1"/>
          </p:cNvSpPr>
          <p:nvPr>
            <p:ph type="ftr" sz="quarter" idx="11"/>
          </p:nvPr>
        </p:nvSpPr>
        <p:spPr bwMode="auto"/>
        <p:txBody>
          <a:bodyPr/>
          <a:lstStyle/>
          <a:p>
            <a:pPr>
              <a:defRPr/>
            </a:pPr>
            <a:endParaRPr lang="ru-RU"/>
          </a:p>
        </p:txBody>
      </p:sp>
      <p:sp>
        <p:nvSpPr>
          <p:cNvPr id="246998286" name="Номер слайда 3"/>
          <p:cNvSpPr>
            <a:spLocks noGrp="1"/>
          </p:cNvSpPr>
          <p:nvPr>
            <p:ph type="sldNum" sz="quarter" idx="12"/>
          </p:nvPr>
        </p:nvSpPr>
        <p:spPr bwMode="auto"/>
        <p:txBody>
          <a:bodyPr/>
          <a:lstStyle/>
          <a:p>
            <a:pPr>
              <a:defRPr/>
            </a:pPr>
            <a:fld id="{5E66CDDA-4A74-4D15-AC30-43517CB0D2BF}" type="slidenum">
              <a:rPr lang="ru-RU"/>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Объект с подписью">
    <p:spTree>
      <p:nvGrpSpPr>
        <p:cNvPr id="1" name=""/>
        <p:cNvGrpSpPr/>
        <p:nvPr/>
      </p:nvGrpSpPr>
      <p:grpSpPr bwMode="auto">
        <a:xfrm>
          <a:off x="0" y="0"/>
          <a:ext cx="0" cy="0"/>
          <a:chOff x="0" y="0"/>
          <a:chExt cx="0" cy="0"/>
        </a:xfrm>
      </p:grpSpPr>
      <p:sp>
        <p:nvSpPr>
          <p:cNvPr id="1080999089" name="Заголовок 1"/>
          <p:cNvSpPr>
            <a:spLocks noGrp="1"/>
          </p:cNvSpPr>
          <p:nvPr>
            <p:ph type="title"/>
          </p:nvPr>
        </p:nvSpPr>
        <p:spPr bwMode="auto">
          <a:xfrm>
            <a:off x="839788" y="457200"/>
            <a:ext cx="3932237" cy="1600200"/>
          </a:xfrm>
        </p:spPr>
        <p:txBody>
          <a:bodyPr anchor="b"/>
          <a:lstStyle>
            <a:lvl1pPr>
              <a:defRPr sz="3200"/>
            </a:lvl1pPr>
          </a:lstStyle>
          <a:p>
            <a:pPr>
              <a:defRPr/>
            </a:pPr>
            <a:r>
              <a:rPr lang="ru-RU"/>
              <a:t>Образец заголовка</a:t>
            </a:r>
            <a:endParaRPr/>
          </a:p>
        </p:txBody>
      </p:sp>
      <p:sp>
        <p:nvSpPr>
          <p:cNvPr id="2085406931" name="Объект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972377291" name="Текст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ru-RU"/>
              <a:t>Образец текста</a:t>
            </a:r>
            <a:endParaRPr/>
          </a:p>
        </p:txBody>
      </p:sp>
      <p:sp>
        <p:nvSpPr>
          <p:cNvPr id="1525032102" name="Дата 4"/>
          <p:cNvSpPr>
            <a:spLocks noGrp="1"/>
          </p:cNvSpPr>
          <p:nvPr>
            <p:ph type="dt" sz="half" idx="10"/>
          </p:nvPr>
        </p:nvSpPr>
        <p:spPr bwMode="auto"/>
        <p:txBody>
          <a:bodyPr/>
          <a:lstStyle/>
          <a:p>
            <a:pPr>
              <a:defRPr/>
            </a:pPr>
            <a:fld id="{788A52BF-FCA2-47C2-AA54-D1834520CE1B}" type="datetimeFigureOut">
              <a:rPr lang="ru-RU"/>
              <a:t>22.03.2025</a:t>
            </a:fld>
            <a:endParaRPr lang="ru-RU"/>
          </a:p>
        </p:txBody>
      </p:sp>
      <p:sp>
        <p:nvSpPr>
          <p:cNvPr id="874767666" name="Нижний колонтитул 5"/>
          <p:cNvSpPr>
            <a:spLocks noGrp="1"/>
          </p:cNvSpPr>
          <p:nvPr>
            <p:ph type="ftr" sz="quarter" idx="11"/>
          </p:nvPr>
        </p:nvSpPr>
        <p:spPr bwMode="auto"/>
        <p:txBody>
          <a:bodyPr/>
          <a:lstStyle/>
          <a:p>
            <a:pPr>
              <a:defRPr/>
            </a:pPr>
            <a:endParaRPr lang="ru-RU"/>
          </a:p>
        </p:txBody>
      </p:sp>
      <p:sp>
        <p:nvSpPr>
          <p:cNvPr id="1199471326" name="Номер слайда 6"/>
          <p:cNvSpPr>
            <a:spLocks noGrp="1"/>
          </p:cNvSpPr>
          <p:nvPr>
            <p:ph type="sldNum" sz="quarter" idx="12"/>
          </p:nvPr>
        </p:nvSpPr>
        <p:spPr bwMode="auto"/>
        <p:txBody>
          <a:bodyPr/>
          <a:lstStyle/>
          <a:p>
            <a:pPr>
              <a:defRPr/>
            </a:pPr>
            <a:fld id="{5E66CDDA-4A74-4D15-AC30-43517CB0D2BF}" type="slidenum">
              <a:rPr lang="ru-RU"/>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Рисунок с подписью">
    <p:spTree>
      <p:nvGrpSpPr>
        <p:cNvPr id="1" name=""/>
        <p:cNvGrpSpPr/>
        <p:nvPr/>
      </p:nvGrpSpPr>
      <p:grpSpPr bwMode="auto">
        <a:xfrm>
          <a:off x="0" y="0"/>
          <a:ext cx="0" cy="0"/>
          <a:chOff x="0" y="0"/>
          <a:chExt cx="0" cy="0"/>
        </a:xfrm>
      </p:grpSpPr>
      <p:sp>
        <p:nvSpPr>
          <p:cNvPr id="2129034567" name="Заголовок 1"/>
          <p:cNvSpPr>
            <a:spLocks noGrp="1"/>
          </p:cNvSpPr>
          <p:nvPr>
            <p:ph type="title"/>
          </p:nvPr>
        </p:nvSpPr>
        <p:spPr bwMode="auto">
          <a:xfrm>
            <a:off x="839788" y="457200"/>
            <a:ext cx="3932237" cy="1600200"/>
          </a:xfrm>
        </p:spPr>
        <p:txBody>
          <a:bodyPr anchor="b"/>
          <a:lstStyle>
            <a:lvl1pPr>
              <a:defRPr sz="3200"/>
            </a:lvl1pPr>
          </a:lstStyle>
          <a:p>
            <a:pPr>
              <a:defRPr/>
            </a:pPr>
            <a:r>
              <a:rPr lang="ru-RU"/>
              <a:t>Образец заголовка</a:t>
            </a:r>
            <a:endParaRPr/>
          </a:p>
        </p:txBody>
      </p:sp>
      <p:sp>
        <p:nvSpPr>
          <p:cNvPr id="349770957" name="Рисунок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ru-RU"/>
          </a:p>
        </p:txBody>
      </p:sp>
      <p:sp>
        <p:nvSpPr>
          <p:cNvPr id="17300541" name="Текст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ru-RU"/>
              <a:t>Образец текста</a:t>
            </a:r>
            <a:endParaRPr/>
          </a:p>
        </p:txBody>
      </p:sp>
      <p:sp>
        <p:nvSpPr>
          <p:cNvPr id="558917672" name="Дата 4"/>
          <p:cNvSpPr>
            <a:spLocks noGrp="1"/>
          </p:cNvSpPr>
          <p:nvPr>
            <p:ph type="dt" sz="half" idx="10"/>
          </p:nvPr>
        </p:nvSpPr>
        <p:spPr bwMode="auto"/>
        <p:txBody>
          <a:bodyPr/>
          <a:lstStyle/>
          <a:p>
            <a:pPr>
              <a:defRPr/>
            </a:pPr>
            <a:fld id="{788A52BF-FCA2-47C2-AA54-D1834520CE1B}" type="datetimeFigureOut">
              <a:rPr lang="ru-RU"/>
              <a:t>22.03.2025</a:t>
            </a:fld>
            <a:endParaRPr lang="ru-RU"/>
          </a:p>
        </p:txBody>
      </p:sp>
      <p:sp>
        <p:nvSpPr>
          <p:cNvPr id="1309850454" name="Нижний колонтитул 5"/>
          <p:cNvSpPr>
            <a:spLocks noGrp="1"/>
          </p:cNvSpPr>
          <p:nvPr>
            <p:ph type="ftr" sz="quarter" idx="11"/>
          </p:nvPr>
        </p:nvSpPr>
        <p:spPr bwMode="auto"/>
        <p:txBody>
          <a:bodyPr/>
          <a:lstStyle/>
          <a:p>
            <a:pPr>
              <a:defRPr/>
            </a:pPr>
            <a:endParaRPr lang="ru-RU"/>
          </a:p>
        </p:txBody>
      </p:sp>
      <p:sp>
        <p:nvSpPr>
          <p:cNvPr id="1981897412" name="Номер слайда 6"/>
          <p:cNvSpPr>
            <a:spLocks noGrp="1"/>
          </p:cNvSpPr>
          <p:nvPr>
            <p:ph type="sldNum" sz="quarter" idx="12"/>
          </p:nvPr>
        </p:nvSpPr>
        <p:spPr bwMode="auto"/>
        <p:txBody>
          <a:bodyPr/>
          <a:lstStyle/>
          <a:p>
            <a:pPr>
              <a:defRPr/>
            </a:pPr>
            <a:fld id="{5E66CDDA-4A74-4D15-AC30-43517CB0D2BF}" type="slidenum">
              <a:rPr lang="ru-RU"/>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Заголовок и вертикальный текст">
    <p:spTree>
      <p:nvGrpSpPr>
        <p:cNvPr id="1" name=""/>
        <p:cNvGrpSpPr/>
        <p:nvPr/>
      </p:nvGrpSpPr>
      <p:grpSpPr bwMode="auto">
        <a:xfrm>
          <a:off x="0" y="0"/>
          <a:ext cx="0" cy="0"/>
          <a:chOff x="0" y="0"/>
          <a:chExt cx="0" cy="0"/>
        </a:xfrm>
      </p:grpSpPr>
      <p:sp>
        <p:nvSpPr>
          <p:cNvPr id="209198311" name="Заголовок 1"/>
          <p:cNvSpPr>
            <a:spLocks noGrp="1"/>
          </p:cNvSpPr>
          <p:nvPr>
            <p:ph type="title"/>
          </p:nvPr>
        </p:nvSpPr>
        <p:spPr bwMode="auto"/>
        <p:txBody>
          <a:bodyPr/>
          <a:lstStyle/>
          <a:p>
            <a:pPr>
              <a:defRPr/>
            </a:pPr>
            <a:r>
              <a:rPr lang="ru-RU"/>
              <a:t>Образец заголовка</a:t>
            </a:r>
            <a:endParaRPr/>
          </a:p>
        </p:txBody>
      </p:sp>
      <p:sp>
        <p:nvSpPr>
          <p:cNvPr id="376473174" name="Вертикальный текст 2"/>
          <p:cNvSpPr>
            <a:spLocks noGrp="1"/>
          </p:cNvSpPr>
          <p:nvPr>
            <p:ph type="body" orient="vert" idx="1"/>
          </p:nvPr>
        </p:nvSpPr>
        <p:spPr bwMode="auto"/>
        <p:txBody>
          <a:bodyPr vert="eaVert"/>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2025208878" name="Дата 3"/>
          <p:cNvSpPr>
            <a:spLocks noGrp="1"/>
          </p:cNvSpPr>
          <p:nvPr>
            <p:ph type="dt" sz="half" idx="10"/>
          </p:nvPr>
        </p:nvSpPr>
        <p:spPr bwMode="auto"/>
        <p:txBody>
          <a:bodyPr/>
          <a:lstStyle/>
          <a:p>
            <a:pPr>
              <a:defRPr/>
            </a:pPr>
            <a:fld id="{788A52BF-FCA2-47C2-AA54-D1834520CE1B}" type="datetimeFigureOut">
              <a:rPr lang="ru-RU"/>
              <a:t>22.03.2025</a:t>
            </a:fld>
            <a:endParaRPr lang="ru-RU"/>
          </a:p>
        </p:txBody>
      </p:sp>
      <p:sp>
        <p:nvSpPr>
          <p:cNvPr id="856660438" name="Нижний колонтитул 4"/>
          <p:cNvSpPr>
            <a:spLocks noGrp="1"/>
          </p:cNvSpPr>
          <p:nvPr>
            <p:ph type="ftr" sz="quarter" idx="11"/>
          </p:nvPr>
        </p:nvSpPr>
        <p:spPr bwMode="auto"/>
        <p:txBody>
          <a:bodyPr/>
          <a:lstStyle/>
          <a:p>
            <a:pPr>
              <a:defRPr/>
            </a:pPr>
            <a:endParaRPr lang="ru-RU"/>
          </a:p>
        </p:txBody>
      </p:sp>
      <p:sp>
        <p:nvSpPr>
          <p:cNvPr id="1281725888" name="Номер слайда 5"/>
          <p:cNvSpPr>
            <a:spLocks noGrp="1"/>
          </p:cNvSpPr>
          <p:nvPr>
            <p:ph type="sldNum" sz="quarter" idx="12"/>
          </p:nvPr>
        </p:nvSpPr>
        <p:spPr bwMode="auto"/>
        <p:txBody>
          <a:bodyPr/>
          <a:lstStyle/>
          <a:p>
            <a:pPr>
              <a:defRPr/>
            </a:pPr>
            <a:fld id="{5E66CDDA-4A74-4D15-AC30-43517CB0D2BF}" type="slidenum">
              <a:rPr lang="ru-RU"/>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Вертикальный заголовок и текст">
    <p:spTree>
      <p:nvGrpSpPr>
        <p:cNvPr id="1" name=""/>
        <p:cNvGrpSpPr/>
        <p:nvPr/>
      </p:nvGrpSpPr>
      <p:grpSpPr bwMode="auto">
        <a:xfrm>
          <a:off x="0" y="0"/>
          <a:ext cx="0" cy="0"/>
          <a:chOff x="0" y="0"/>
          <a:chExt cx="0" cy="0"/>
        </a:xfrm>
      </p:grpSpPr>
      <p:sp>
        <p:nvSpPr>
          <p:cNvPr id="1841020720" name="Вертикальный заголовок 1"/>
          <p:cNvSpPr>
            <a:spLocks noGrp="1"/>
          </p:cNvSpPr>
          <p:nvPr>
            <p:ph type="title" orient="vert"/>
          </p:nvPr>
        </p:nvSpPr>
        <p:spPr bwMode="auto">
          <a:xfrm>
            <a:off x="8724900" y="365125"/>
            <a:ext cx="2628900" cy="5811838"/>
          </a:xfrm>
        </p:spPr>
        <p:txBody>
          <a:bodyPr vert="eaVert"/>
          <a:lstStyle/>
          <a:p>
            <a:pPr>
              <a:defRPr/>
            </a:pPr>
            <a:r>
              <a:rPr lang="ru-RU"/>
              <a:t>Образец заголовка</a:t>
            </a:r>
            <a:endParaRPr/>
          </a:p>
        </p:txBody>
      </p:sp>
      <p:sp>
        <p:nvSpPr>
          <p:cNvPr id="894749493" name="Вертикальный текст 2"/>
          <p:cNvSpPr>
            <a:spLocks noGrp="1"/>
          </p:cNvSpPr>
          <p:nvPr>
            <p:ph type="body" orient="vert" idx="1"/>
          </p:nvPr>
        </p:nvSpPr>
        <p:spPr bwMode="auto">
          <a:xfrm>
            <a:off x="838200" y="365125"/>
            <a:ext cx="7734300" cy="5811838"/>
          </a:xfrm>
        </p:spPr>
        <p:txBody>
          <a:bodyPr vert="eaVert"/>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86660837" name="Дата 3"/>
          <p:cNvSpPr>
            <a:spLocks noGrp="1"/>
          </p:cNvSpPr>
          <p:nvPr>
            <p:ph type="dt" sz="half" idx="10"/>
          </p:nvPr>
        </p:nvSpPr>
        <p:spPr bwMode="auto"/>
        <p:txBody>
          <a:bodyPr/>
          <a:lstStyle/>
          <a:p>
            <a:pPr>
              <a:defRPr/>
            </a:pPr>
            <a:fld id="{788A52BF-FCA2-47C2-AA54-D1834520CE1B}" type="datetimeFigureOut">
              <a:rPr lang="ru-RU"/>
              <a:t>22.03.2025</a:t>
            </a:fld>
            <a:endParaRPr lang="ru-RU"/>
          </a:p>
        </p:txBody>
      </p:sp>
      <p:sp>
        <p:nvSpPr>
          <p:cNvPr id="663636814" name="Нижний колонтитул 4"/>
          <p:cNvSpPr>
            <a:spLocks noGrp="1"/>
          </p:cNvSpPr>
          <p:nvPr>
            <p:ph type="ftr" sz="quarter" idx="11"/>
          </p:nvPr>
        </p:nvSpPr>
        <p:spPr bwMode="auto"/>
        <p:txBody>
          <a:bodyPr/>
          <a:lstStyle/>
          <a:p>
            <a:pPr>
              <a:defRPr/>
            </a:pPr>
            <a:endParaRPr lang="ru-RU"/>
          </a:p>
        </p:txBody>
      </p:sp>
      <p:sp>
        <p:nvSpPr>
          <p:cNvPr id="376628730" name="Номер слайда 5"/>
          <p:cNvSpPr>
            <a:spLocks noGrp="1"/>
          </p:cNvSpPr>
          <p:nvPr>
            <p:ph type="sldNum" sz="quarter" idx="12"/>
          </p:nvPr>
        </p:nvSpPr>
        <p:spPr bwMode="auto"/>
        <p:txBody>
          <a:bodyPr/>
          <a:lstStyle/>
          <a:p>
            <a:pPr>
              <a:defRPr/>
            </a:pPr>
            <a:fld id="{5E66CDDA-4A74-4D15-AC30-43517CB0D2BF}" type="slidenum">
              <a:rPr lang="ru-RU"/>
              <a:t>‹#›</a:t>
            </a:fld>
            <a:endParaRPr lang="ru-RU"/>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006CDC"/>
        </a:solidFill>
      </p:bgPr>
    </p:bg>
    <p:spTree>
      <p:nvGrpSpPr>
        <p:cNvPr id="1" name=""/>
        <p:cNvGrpSpPr/>
        <p:nvPr/>
      </p:nvGrpSpPr>
      <p:grpSpPr bwMode="auto">
        <a:xfrm>
          <a:off x="0" y="0"/>
          <a:ext cx="0" cy="0"/>
          <a:chOff x="0" y="0"/>
          <a:chExt cx="0" cy="0"/>
        </a:xfrm>
      </p:grpSpPr>
      <p:sp>
        <p:nvSpPr>
          <p:cNvPr id="956116819" name="Заголовок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ru-RU"/>
              <a:t>Образец заголовка</a:t>
            </a:r>
            <a:endParaRPr/>
          </a:p>
        </p:txBody>
      </p:sp>
      <p:sp>
        <p:nvSpPr>
          <p:cNvPr id="1333675192" name="Текст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314803954" name="Дата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788A52BF-FCA2-47C2-AA54-D1834520CE1B}" type="datetimeFigureOut">
              <a:rPr lang="ru-RU"/>
              <a:t>22.03.2025</a:t>
            </a:fld>
            <a:endParaRPr lang="ru-RU"/>
          </a:p>
        </p:txBody>
      </p:sp>
      <p:sp>
        <p:nvSpPr>
          <p:cNvPr id="1158079296" name="Нижний колонтитул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ru-RU"/>
          </a:p>
        </p:txBody>
      </p:sp>
      <p:sp>
        <p:nvSpPr>
          <p:cNvPr id="619572967" name="Номер слайда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E66CDDA-4A74-4D15-AC30-43517CB0D2BF}" type="slidenum">
              <a:rPr lang="ru-RU"/>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ru-RU"/>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2.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jpg"/><Relationship Id="rId5" Type="http://schemas.openxmlformats.org/officeDocument/2006/relationships/image" Target="../media/image7.jp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8.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2.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0297899" name="Picture 6" descr="Picture background"/>
          <p:cNvPicPr>
            <a:picLocks noChangeAspect="1" noChangeArrowheads="1"/>
          </p:cNvPicPr>
          <p:nvPr/>
        </p:nvPicPr>
        <p:blipFill rotWithShape="1">
          <a:blip r:embed="rId3"/>
          <a:stretch/>
        </p:blipFill>
        <p:spPr bwMode="auto">
          <a:xfrm>
            <a:off x="-1" y="0"/>
            <a:ext cx="12192000" cy="6858000"/>
          </a:xfrm>
          <a:prstGeom prst="rect">
            <a:avLst/>
          </a:prstGeom>
          <a:noFill/>
        </p:spPr>
      </p:pic>
      <p:sp>
        <p:nvSpPr>
          <p:cNvPr id="1896495318" name="Прямоугольник 7"/>
          <p:cNvSpPr/>
          <p:nvPr/>
        </p:nvSpPr>
        <p:spPr bwMode="auto">
          <a:xfrm>
            <a:off x="7493000" y="-1"/>
            <a:ext cx="4698999" cy="6858000"/>
          </a:xfrm>
          <a:prstGeom prst="rect">
            <a:avLst/>
          </a:prstGeom>
          <a:solidFill>
            <a:srgbClr val="006CD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437386851" name="TextBox 4"/>
          <p:cNvSpPr txBox="1"/>
          <p:nvPr/>
        </p:nvSpPr>
        <p:spPr bwMode="auto">
          <a:xfrm>
            <a:off x="7630522" y="2736500"/>
            <a:ext cx="4423953" cy="1384995"/>
          </a:xfrm>
          <a:prstGeom prst="rect">
            <a:avLst/>
          </a:prstGeom>
          <a:noFill/>
        </p:spPr>
        <p:txBody>
          <a:bodyPr wrap="square" rtlCol="0">
            <a:spAutoFit/>
          </a:bodyPr>
          <a:lstStyle/>
          <a:p>
            <a:pPr algn="ctr">
              <a:defRPr/>
            </a:pPr>
            <a:r>
              <a:rPr lang="en-US" sz="2800">
                <a:solidFill>
                  <a:schemeClr val="bg1"/>
                </a:solidFill>
                <a:latin typeface="ALS Sector Bold"/>
              </a:rPr>
              <a:t>How is Superman able to shoot lasers out of his eyes?</a:t>
            </a:r>
            <a:endParaRPr lang="ru-RU" sz="2800">
              <a:solidFill>
                <a:schemeClr val="bg1"/>
              </a:solidFill>
              <a:latin typeface="ALS Sector Bold"/>
            </a:endParaRPr>
          </a:p>
        </p:txBody>
      </p:sp>
      <p:sp>
        <p:nvSpPr>
          <p:cNvPr id="971927193" name="TextBox 5"/>
          <p:cNvSpPr txBox="1"/>
          <p:nvPr/>
        </p:nvSpPr>
        <p:spPr bwMode="auto">
          <a:xfrm>
            <a:off x="7492999" y="5435656"/>
            <a:ext cx="4700439" cy="640440"/>
          </a:xfrm>
          <a:prstGeom prst="rect">
            <a:avLst/>
          </a:prstGeom>
          <a:noFill/>
        </p:spPr>
        <p:txBody>
          <a:bodyPr wrap="square" rtlCol="0">
            <a:spAutoFit/>
          </a:bodyPr>
          <a:lstStyle/>
          <a:p>
            <a:pPr algn="ctr">
              <a:defRPr/>
            </a:pPr>
            <a:r>
              <a:rPr lang="en-US">
                <a:solidFill>
                  <a:schemeClr val="bg1"/>
                </a:solidFill>
                <a:latin typeface="ALS Sector Bold"/>
              </a:rPr>
              <a:t>Made by IU1-41B student </a:t>
            </a:r>
            <a:endParaRPr/>
          </a:p>
          <a:p>
            <a:pPr algn="ctr">
              <a:defRPr/>
            </a:pPr>
            <a:r>
              <a:rPr lang="en-US">
                <a:solidFill>
                  <a:schemeClr val="bg1"/>
                </a:solidFill>
                <a:latin typeface="ALS Sector Bold"/>
              </a:rPr>
              <a:t>Andrew </a:t>
            </a:r>
            <a:r>
              <a:rPr lang="en-US">
                <a:solidFill>
                  <a:schemeClr val="bg1"/>
                </a:solidFill>
                <a:latin typeface="ALS Sector Bold"/>
              </a:rPr>
              <a:t>Soin</a:t>
            </a:r>
            <a:endParaRPr lang="ru-RU">
              <a:solidFill>
                <a:schemeClr val="bg1"/>
              </a:solidFill>
              <a:latin typeface="ALS Sector Bold"/>
            </a:endParaRPr>
          </a:p>
        </p:txBody>
      </p:sp>
      <p:pic>
        <p:nvPicPr>
          <p:cNvPr id="59818476" name="Рисунок 11"/>
          <p:cNvPicPr>
            <a:picLocks noChangeAspect="1"/>
          </p:cNvPicPr>
          <p:nvPr/>
        </p:nvPicPr>
        <p:blipFill rotWithShape="1">
          <a:blip r:embed="rId4"/>
          <a:stretch/>
        </p:blipFill>
        <p:spPr bwMode="auto">
          <a:xfrm>
            <a:off x="10963474" y="5629782"/>
            <a:ext cx="1228525" cy="122821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0"/>
    </mc:Choice>
    <mc:Fallback>
      <p:transition advClick="0"/>
    </mc:Fallback>
  </mc:AlternateContent>
  <p:timing>
    <p:bldLst>
      <p:bldP spid="1896495318" grpId="0" animBg="1"/>
      <p:bldP spid="1437386851" grpId="0"/>
      <p:bldP spid="971927193" grpId="0"/>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5211975" name="TextBox 3"/>
          <p:cNvSpPr txBox="1"/>
          <p:nvPr/>
        </p:nvSpPr>
        <p:spPr bwMode="auto">
          <a:xfrm>
            <a:off x="550333" y="440267"/>
            <a:ext cx="7103534" cy="584775"/>
          </a:xfrm>
          <a:prstGeom prst="rect">
            <a:avLst/>
          </a:prstGeom>
          <a:noFill/>
        </p:spPr>
        <p:txBody>
          <a:bodyPr wrap="square" rtlCol="0">
            <a:spAutoFit/>
          </a:bodyPr>
          <a:lstStyle/>
          <a:p>
            <a:pPr>
              <a:defRPr/>
            </a:pPr>
            <a:r>
              <a:rPr lang="en-US" sz="3200">
                <a:solidFill>
                  <a:schemeClr val="bg1"/>
                </a:solidFill>
                <a:latin typeface="ALS Sector Bold"/>
              </a:rPr>
              <a:t>Quick recap of Superman’s powers:</a:t>
            </a:r>
            <a:endParaRPr lang="ru-RU" sz="3200">
              <a:solidFill>
                <a:schemeClr val="bg1"/>
              </a:solidFill>
              <a:latin typeface="ALS Sector Bold"/>
            </a:endParaRPr>
          </a:p>
        </p:txBody>
      </p:sp>
      <p:pic>
        <p:nvPicPr>
          <p:cNvPr id="1291577754" name="Picture 6" descr="Picture background"/>
          <p:cNvPicPr>
            <a:picLocks noChangeAspect="1" noChangeArrowheads="1"/>
          </p:cNvPicPr>
          <p:nvPr/>
        </p:nvPicPr>
        <p:blipFill rotWithShape="1">
          <a:blip r:embed="rId3"/>
          <a:srcRect l="1868" t="32903" r="25222" b="20061"/>
          <a:stretch/>
        </p:blipFill>
        <p:spPr bwMode="auto">
          <a:xfrm>
            <a:off x="8297332" y="1562100"/>
            <a:ext cx="3251201" cy="3225800"/>
          </a:xfrm>
          <a:prstGeom prst="rect">
            <a:avLst/>
          </a:prstGeom>
          <a:noFill/>
        </p:spPr>
      </p:pic>
      <p:pic>
        <p:nvPicPr>
          <p:cNvPr id="1512164611" name="Picture 8" descr="Picture background"/>
          <p:cNvPicPr>
            <a:picLocks noChangeAspect="1" noChangeArrowheads="1"/>
          </p:cNvPicPr>
          <p:nvPr/>
        </p:nvPicPr>
        <p:blipFill rotWithShape="1">
          <a:blip r:embed="rId4"/>
          <a:srcRect l="7913" t="15948" r="13506" b="16137"/>
          <a:stretch/>
        </p:blipFill>
        <p:spPr bwMode="auto">
          <a:xfrm>
            <a:off x="4470399" y="1562100"/>
            <a:ext cx="3251201" cy="3225800"/>
          </a:xfrm>
          <a:prstGeom prst="rect">
            <a:avLst/>
          </a:prstGeom>
          <a:noFill/>
        </p:spPr>
      </p:pic>
      <p:sp>
        <p:nvSpPr>
          <p:cNvPr id="1653418644" name="TextBox 5"/>
          <p:cNvSpPr txBox="1"/>
          <p:nvPr/>
        </p:nvSpPr>
        <p:spPr bwMode="auto">
          <a:xfrm>
            <a:off x="8297332" y="4787900"/>
            <a:ext cx="3251201" cy="923330"/>
          </a:xfrm>
          <a:prstGeom prst="rect">
            <a:avLst/>
          </a:prstGeom>
          <a:noFill/>
        </p:spPr>
        <p:txBody>
          <a:bodyPr wrap="square" rtlCol="0">
            <a:spAutoFit/>
          </a:bodyPr>
          <a:lstStyle/>
          <a:p>
            <a:pPr>
              <a:defRPr/>
            </a:pPr>
            <a:r>
              <a:rPr lang="en-US">
                <a:solidFill>
                  <a:schemeClr val="bg1"/>
                </a:solidFill>
                <a:latin typeface="ALS Sector Bold"/>
                <a:cs typeface="ALS Sector Regular"/>
              </a:rPr>
              <a:t>Flight:</a:t>
            </a:r>
            <a:r>
              <a:rPr lang="en-US">
                <a:solidFill>
                  <a:schemeClr val="bg1"/>
                </a:solidFill>
                <a:latin typeface="ALS Sector Regular"/>
                <a:cs typeface="ALS Sector Regular"/>
              </a:rPr>
              <a:t> </a:t>
            </a:r>
            <a:endParaRPr/>
          </a:p>
          <a:p>
            <a:pPr algn="r">
              <a:defRPr/>
            </a:pPr>
            <a:r>
              <a:rPr lang="en-US">
                <a:solidFill>
                  <a:schemeClr val="bg1"/>
                </a:solidFill>
                <a:latin typeface="ALS Sector Regular"/>
                <a:cs typeface="ALS Sector Regular"/>
              </a:rPr>
              <a:t>Superman can defy gravity and fly at high speeds</a:t>
            </a:r>
            <a:endParaRPr lang="ru-RU">
              <a:solidFill>
                <a:schemeClr val="bg1"/>
              </a:solidFill>
              <a:latin typeface="ALS Sector Regular"/>
              <a:cs typeface="ALS Sector Regular"/>
            </a:endParaRPr>
          </a:p>
        </p:txBody>
      </p:sp>
      <p:sp>
        <p:nvSpPr>
          <p:cNvPr id="630294964" name="TextBox 15"/>
          <p:cNvSpPr txBox="1"/>
          <p:nvPr/>
        </p:nvSpPr>
        <p:spPr bwMode="auto">
          <a:xfrm>
            <a:off x="4470399" y="4787900"/>
            <a:ext cx="3251201" cy="1200329"/>
          </a:xfrm>
          <a:prstGeom prst="rect">
            <a:avLst/>
          </a:prstGeom>
          <a:noFill/>
        </p:spPr>
        <p:txBody>
          <a:bodyPr wrap="square" rtlCol="0">
            <a:spAutoFit/>
          </a:bodyPr>
          <a:lstStyle/>
          <a:p>
            <a:pPr>
              <a:defRPr/>
            </a:pPr>
            <a:r>
              <a:rPr lang="en-US">
                <a:solidFill>
                  <a:schemeClr val="bg1"/>
                </a:solidFill>
                <a:latin typeface="ALS Sector Bold"/>
                <a:cs typeface="ALS Sector Regular"/>
              </a:rPr>
              <a:t>Freeze Breath:</a:t>
            </a:r>
            <a:endParaRPr/>
          </a:p>
          <a:p>
            <a:pPr algn="r">
              <a:defRPr/>
            </a:pPr>
            <a:r>
              <a:rPr lang="en-US">
                <a:solidFill>
                  <a:schemeClr val="bg1"/>
                </a:solidFill>
                <a:latin typeface="ALS Sector Regular"/>
                <a:cs typeface="ALS Sector Regular"/>
              </a:rPr>
              <a:t>He can exhale air at such a low temperature that it can freeze objects or create ice.</a:t>
            </a:r>
            <a:endParaRPr lang="ru-RU">
              <a:solidFill>
                <a:schemeClr val="bg1"/>
              </a:solidFill>
              <a:latin typeface="ALS Sector Regular"/>
              <a:cs typeface="ALS Sector Regular"/>
            </a:endParaRPr>
          </a:p>
        </p:txBody>
      </p:sp>
      <p:pic>
        <p:nvPicPr>
          <p:cNvPr id="507624467" name="Picture 14" descr="Picture background"/>
          <p:cNvPicPr>
            <a:picLocks noChangeAspect="1" noChangeArrowheads="1"/>
          </p:cNvPicPr>
          <p:nvPr/>
        </p:nvPicPr>
        <p:blipFill rotWithShape="1">
          <a:blip r:embed="rId5"/>
          <a:srcRect l="4088" t="20062" r="23952" b="32900"/>
          <a:stretch/>
        </p:blipFill>
        <p:spPr bwMode="auto">
          <a:xfrm>
            <a:off x="643465" y="1562100"/>
            <a:ext cx="3251201" cy="3225800"/>
          </a:xfrm>
          <a:prstGeom prst="rect">
            <a:avLst/>
          </a:prstGeom>
          <a:noFill/>
        </p:spPr>
      </p:pic>
      <p:sp>
        <p:nvSpPr>
          <p:cNvPr id="996728419" name="TextBox 16"/>
          <p:cNvSpPr txBox="1"/>
          <p:nvPr/>
        </p:nvSpPr>
        <p:spPr bwMode="auto">
          <a:xfrm>
            <a:off x="643465" y="4787900"/>
            <a:ext cx="3251201" cy="1754326"/>
          </a:xfrm>
          <a:prstGeom prst="rect">
            <a:avLst/>
          </a:prstGeom>
          <a:noFill/>
        </p:spPr>
        <p:txBody>
          <a:bodyPr wrap="square" rtlCol="0">
            <a:spAutoFit/>
          </a:bodyPr>
          <a:lstStyle/>
          <a:p>
            <a:pPr>
              <a:defRPr/>
            </a:pPr>
            <a:r>
              <a:rPr lang="en-US">
                <a:solidFill>
                  <a:schemeClr val="bg1"/>
                </a:solidFill>
                <a:latin typeface="ALS Sector Bold"/>
                <a:cs typeface="ALS Sector Regular"/>
              </a:rPr>
              <a:t>Heat Vision:</a:t>
            </a:r>
            <a:endParaRPr/>
          </a:p>
          <a:p>
            <a:pPr algn="r">
              <a:defRPr/>
            </a:pPr>
            <a:r>
              <a:rPr lang="en-US">
                <a:solidFill>
                  <a:schemeClr val="bg1"/>
                </a:solidFill>
                <a:latin typeface="ALS Sector Regular"/>
                <a:cs typeface="ALS Sector Regular"/>
              </a:rPr>
              <a:t>Superman can emit powerful beams of heat from his eyes, allowing him to melt or burn through objects with precision.</a:t>
            </a:r>
            <a:endParaRPr lang="ru-RU">
              <a:solidFill>
                <a:schemeClr val="bg1"/>
              </a:solidFill>
              <a:latin typeface="ALS Sector Regular"/>
              <a:cs typeface="ALS Sector Regular"/>
            </a:endParaRPr>
          </a:p>
        </p:txBody>
      </p:sp>
      <p:pic>
        <p:nvPicPr>
          <p:cNvPr id="2097268203" name="Рисунок 8"/>
          <p:cNvPicPr>
            <a:picLocks noChangeAspect="1"/>
          </p:cNvPicPr>
          <p:nvPr/>
        </p:nvPicPr>
        <p:blipFill rotWithShape="1">
          <a:blip r:embed="rId6"/>
          <a:stretch/>
        </p:blipFill>
        <p:spPr bwMode="auto">
          <a:xfrm>
            <a:off x="10963474" y="5629782"/>
            <a:ext cx="1228525" cy="122821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bldLst>
      <p:bldP spid="1655211975" grpId="0"/>
      <p:bldP spid="1653418644" grpId="0"/>
      <p:bldP spid="630294964" grpId="0"/>
      <p:bldP spid="996728419" grpId="0"/>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69391396" name="Рисунок 1"/>
          <p:cNvPicPr>
            <a:picLocks noChangeAspect="1"/>
          </p:cNvPicPr>
          <p:nvPr/>
        </p:nvPicPr>
        <p:blipFill rotWithShape="1">
          <a:blip r:embed="rId3"/>
          <a:stretch/>
        </p:blipFill>
        <p:spPr bwMode="auto">
          <a:xfrm>
            <a:off x="10963474" y="5629782"/>
            <a:ext cx="1228525" cy="1228218"/>
          </a:xfrm>
          <a:prstGeom prst="rect">
            <a:avLst/>
          </a:prstGeom>
        </p:spPr>
      </p:pic>
      <p:sp>
        <p:nvSpPr>
          <p:cNvPr id="1998192185" name="TextBox 2"/>
          <p:cNvSpPr txBox="1"/>
          <p:nvPr/>
        </p:nvSpPr>
        <p:spPr bwMode="auto">
          <a:xfrm>
            <a:off x="550332" y="440267"/>
            <a:ext cx="4885267" cy="584775"/>
          </a:xfrm>
          <a:prstGeom prst="rect">
            <a:avLst/>
          </a:prstGeom>
          <a:noFill/>
        </p:spPr>
        <p:txBody>
          <a:bodyPr wrap="square" rtlCol="0">
            <a:spAutoFit/>
          </a:bodyPr>
          <a:lstStyle/>
          <a:p>
            <a:pPr>
              <a:defRPr/>
            </a:pPr>
            <a:r>
              <a:rPr lang="en-US" sz="3200">
                <a:solidFill>
                  <a:schemeClr val="bg1"/>
                </a:solidFill>
                <a:latin typeface="ALS Sector Bold"/>
              </a:rPr>
              <a:t>Concept of Heat Vision</a:t>
            </a:r>
            <a:endParaRPr/>
          </a:p>
        </p:txBody>
      </p:sp>
      <p:sp>
        <p:nvSpPr>
          <p:cNvPr id="1187206567" name="TextBox 3"/>
          <p:cNvSpPr txBox="1"/>
          <p:nvPr/>
        </p:nvSpPr>
        <p:spPr bwMode="auto">
          <a:xfrm>
            <a:off x="550332" y="1204905"/>
            <a:ext cx="10524068" cy="461665"/>
          </a:xfrm>
          <a:prstGeom prst="rect">
            <a:avLst/>
          </a:prstGeom>
          <a:noFill/>
        </p:spPr>
        <p:txBody>
          <a:bodyPr wrap="square" rtlCol="0">
            <a:spAutoFit/>
          </a:bodyPr>
          <a:lstStyle/>
          <a:p>
            <a:pPr>
              <a:defRPr/>
            </a:pPr>
            <a:r>
              <a:rPr lang="en-US" sz="2400">
                <a:solidFill>
                  <a:schemeClr val="bg1"/>
                </a:solidFill>
                <a:latin typeface="ALS Sector Regular"/>
                <a:cs typeface="ALS Sector Regular"/>
              </a:rPr>
              <a:t>Well, how can we achieve</a:t>
            </a:r>
            <a:r>
              <a:rPr lang="ru-RU" sz="2400">
                <a:solidFill>
                  <a:schemeClr val="bg1"/>
                </a:solidFill>
                <a:latin typeface="ALS Sector Regular"/>
                <a:cs typeface="ALS Sector Regular"/>
              </a:rPr>
              <a:t> </a:t>
            </a:r>
            <a:r>
              <a:rPr lang="en-US" sz="2400">
                <a:solidFill>
                  <a:schemeClr val="bg1"/>
                </a:solidFill>
                <a:latin typeface="ALS Sector Regular"/>
                <a:cs typeface="ALS Sector Regular"/>
              </a:rPr>
              <a:t>such phenomena, as heat vision, in real world?</a:t>
            </a:r>
            <a:endParaRPr lang="ru-RU" sz="2400">
              <a:solidFill>
                <a:schemeClr val="bg1"/>
              </a:solidFill>
              <a:latin typeface="ALS Sector Regular"/>
              <a:cs typeface="ALS Sector Regular"/>
            </a:endParaRPr>
          </a:p>
        </p:txBody>
      </p:sp>
      <p:sp>
        <p:nvSpPr>
          <p:cNvPr id="1261672005" name="TextBox 5"/>
          <p:cNvSpPr txBox="1"/>
          <p:nvPr/>
        </p:nvSpPr>
        <p:spPr bwMode="auto">
          <a:xfrm>
            <a:off x="596898" y="5307978"/>
            <a:ext cx="9677401" cy="1200329"/>
          </a:xfrm>
          <a:prstGeom prst="rect">
            <a:avLst/>
          </a:prstGeom>
          <a:noFill/>
        </p:spPr>
        <p:txBody>
          <a:bodyPr wrap="square" rtlCol="0">
            <a:spAutoFit/>
          </a:bodyPr>
          <a:lstStyle/>
          <a:p>
            <a:pPr>
              <a:defRPr/>
            </a:pPr>
            <a:r>
              <a:rPr lang="en-US">
                <a:solidFill>
                  <a:schemeClr val="bg1"/>
                </a:solidFill>
                <a:latin typeface="ALS Sector Regular"/>
                <a:cs typeface="ALS Sector Regular"/>
              </a:rPr>
              <a:t>The main way that leads us to create something like this is through the study of electromagnetic waves. Heat is one of the ways the body stores energy, and light is one of the energy carriers over a distance. So, heat vision is just a transfer of energy through the emission of electromagnetic waves.</a:t>
            </a:r>
            <a:r>
              <a:rPr lang="ru-RU">
                <a:solidFill>
                  <a:schemeClr val="bg1"/>
                </a:solidFill>
                <a:latin typeface="ALS Sector Regular"/>
                <a:cs typeface="ALS Sector Regular"/>
              </a:rPr>
              <a:t> </a:t>
            </a:r>
            <a:r>
              <a:rPr lang="en-US">
                <a:solidFill>
                  <a:schemeClr val="bg1"/>
                </a:solidFill>
                <a:latin typeface="ALS Sector Regular"/>
                <a:cs typeface="ALS Sector Regular"/>
              </a:rPr>
              <a:t>And, we already kind of achieved it.</a:t>
            </a:r>
            <a:endParaRPr lang="ru-RU">
              <a:solidFill>
                <a:schemeClr val="bg1"/>
              </a:solidFill>
              <a:latin typeface="ALS Sector Regular"/>
              <a:cs typeface="ALS Sector Regular"/>
            </a:endParaRPr>
          </a:p>
        </p:txBody>
      </p:sp>
      <p:sp>
        <p:nvSpPr>
          <p:cNvPr id="361127694" name="AutoShape 2" descr="Picture background"/>
          <p:cNvSpPr>
            <a:spLocks noChangeArrowheads="1" noChangeAspect="1"/>
          </p:cNvSpPr>
          <p:nvPr/>
        </p:nvSpPr>
        <p:spPr bwMode="auto">
          <a:xfrm>
            <a:off x="5943600" y="3276600"/>
            <a:ext cx="304800" cy="304800"/>
          </a:xfrm>
          <a:prstGeom prst="rect">
            <a:avLst/>
          </a:prstGeom>
          <a:noFill/>
        </p:spPr>
        <p:txBody>
          <a:bodyPr vert="horz" wrap="square" lIns="91440" tIns="45720" rIns="91440" bIns="45720" numCol="1" anchor="t" anchorCtr="0" compatLnSpc="1">
            <a:prstTxWarp prst="textNoShape"/>
          </a:bodyPr>
          <a:lstStyle/>
          <a:p>
            <a:pPr>
              <a:defRPr/>
            </a:pPr>
            <a:endParaRPr lang="ru-RU"/>
          </a:p>
        </p:txBody>
      </p:sp>
      <p:pic>
        <p:nvPicPr>
          <p:cNvPr id="1771618643" name="Picture 6" descr="Picture background"/>
          <p:cNvPicPr>
            <a:picLocks noChangeAspect="1" noChangeArrowheads="1"/>
          </p:cNvPicPr>
          <p:nvPr/>
        </p:nvPicPr>
        <p:blipFill rotWithShape="1">
          <a:blip r:embed="rId4"/>
          <a:stretch/>
        </p:blipFill>
        <p:spPr bwMode="auto">
          <a:xfrm>
            <a:off x="596898" y="1925174"/>
            <a:ext cx="5346937" cy="3007651"/>
          </a:xfrm>
          <a:prstGeom prst="rect">
            <a:avLst/>
          </a:prstGeom>
          <a:noFill/>
        </p:spPr>
      </p:pic>
      <p:pic>
        <p:nvPicPr>
          <p:cNvPr id="928124174" name="Picture 8" descr="Picture background"/>
          <p:cNvPicPr>
            <a:picLocks noChangeAspect="1" noChangeArrowheads="1"/>
          </p:cNvPicPr>
          <p:nvPr/>
        </p:nvPicPr>
        <p:blipFill rotWithShape="1">
          <a:blip r:embed="rId5"/>
          <a:srcRect l="0" t="8701" r="0" b="16299"/>
          <a:stretch/>
        </p:blipFill>
        <p:spPr bwMode="auto">
          <a:xfrm>
            <a:off x="6096000" y="1925174"/>
            <a:ext cx="5346938" cy="3007651"/>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bldLst>
      <p:bldP spid="1998192185" grpId="0"/>
      <p:bldP spid="1187206567" grpId="0"/>
      <p:bldP spid="1261672005" grpId="0"/>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33413917" name="Рисунок 1"/>
          <p:cNvPicPr>
            <a:picLocks noChangeAspect="1"/>
          </p:cNvPicPr>
          <p:nvPr/>
        </p:nvPicPr>
        <p:blipFill rotWithShape="1">
          <a:blip r:embed="rId3"/>
          <a:stretch/>
        </p:blipFill>
        <p:spPr bwMode="auto">
          <a:xfrm>
            <a:off x="10963474" y="5629782"/>
            <a:ext cx="1228525" cy="1228218"/>
          </a:xfrm>
          <a:prstGeom prst="rect">
            <a:avLst/>
          </a:prstGeom>
        </p:spPr>
      </p:pic>
      <p:sp>
        <p:nvSpPr>
          <p:cNvPr id="142337583" name="TextBox 2"/>
          <p:cNvSpPr txBox="1"/>
          <p:nvPr/>
        </p:nvSpPr>
        <p:spPr bwMode="auto">
          <a:xfrm>
            <a:off x="550332" y="440267"/>
            <a:ext cx="5275702" cy="584775"/>
          </a:xfrm>
          <a:prstGeom prst="rect">
            <a:avLst/>
          </a:prstGeom>
          <a:noFill/>
        </p:spPr>
        <p:txBody>
          <a:bodyPr wrap="square" rtlCol="0">
            <a:spAutoFit/>
          </a:bodyPr>
          <a:lstStyle/>
          <a:p>
            <a:pPr>
              <a:defRPr/>
            </a:pPr>
            <a:r>
              <a:rPr lang="en-US" sz="3200">
                <a:solidFill>
                  <a:schemeClr val="bg1"/>
                </a:solidFill>
                <a:latin typeface="ALS Sector Bold"/>
              </a:rPr>
              <a:t>Difficulties of application</a:t>
            </a:r>
            <a:endParaRPr/>
          </a:p>
        </p:txBody>
      </p:sp>
      <p:pic>
        <p:nvPicPr>
          <p:cNvPr id="341526916" name="Picture 2" descr="Picture background"/>
          <p:cNvPicPr>
            <a:picLocks noChangeAspect="1" noChangeArrowheads="1"/>
          </p:cNvPicPr>
          <p:nvPr/>
        </p:nvPicPr>
        <p:blipFill rotWithShape="1">
          <a:blip r:embed="rId4"/>
          <a:stretch/>
        </p:blipFill>
        <p:spPr bwMode="auto">
          <a:xfrm>
            <a:off x="2895983" y="1730711"/>
            <a:ext cx="5860102" cy="3396577"/>
          </a:xfrm>
          <a:prstGeom prst="rect">
            <a:avLst/>
          </a:prstGeom>
          <a:noFill/>
        </p:spPr>
      </p:pic>
      <p:sp>
        <p:nvSpPr>
          <p:cNvPr id="342048825" name="TextBox 8"/>
          <p:cNvSpPr txBox="1"/>
          <p:nvPr/>
        </p:nvSpPr>
        <p:spPr bwMode="auto">
          <a:xfrm>
            <a:off x="550332" y="5499153"/>
            <a:ext cx="9677401" cy="1200329"/>
          </a:xfrm>
          <a:prstGeom prst="rect">
            <a:avLst/>
          </a:prstGeom>
          <a:noFill/>
        </p:spPr>
        <p:txBody>
          <a:bodyPr wrap="square" rtlCol="0">
            <a:spAutoFit/>
          </a:bodyPr>
          <a:lstStyle/>
          <a:p>
            <a:pPr>
              <a:defRPr/>
            </a:pPr>
            <a:r>
              <a:rPr lang="en-US">
                <a:solidFill>
                  <a:schemeClr val="bg1"/>
                </a:solidFill>
                <a:latin typeface="ALS Sector Regular"/>
                <a:cs typeface="ALS Sector Regular"/>
              </a:rPr>
              <a:t>But heat vision has its own difficulties of application. Firstly</a:t>
            </a:r>
            <a:r>
              <a:rPr lang="en-US">
                <a:solidFill>
                  <a:schemeClr val="bg1"/>
                </a:solidFill>
                <a:latin typeface="ALS Sector Regular"/>
                <a:cs typeface="ALS Sector Regular"/>
              </a:rPr>
              <a:t>, its </a:t>
            </a:r>
            <a:r>
              <a:rPr lang="en-US">
                <a:solidFill>
                  <a:schemeClr val="bg1"/>
                </a:solidFill>
                <a:latin typeface="ALS Sector Regular"/>
                <a:cs typeface="ALS Sector Regular"/>
              </a:rPr>
              <a:t>use requires a huge amount of energy, which is problematic to store in the human body (if we do not want a human explosion). Secondly, comprehensive protection of human eyes is required, otherwise, when radiating such an amount of energy, the human eye will fail.</a:t>
            </a:r>
            <a:endParaRPr lang="ru-RU">
              <a:solidFill>
                <a:schemeClr val="bg1"/>
              </a:solidFill>
              <a:latin typeface="ALS Sector Regular"/>
              <a:cs typeface="ALS Sector Regul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bldLst>
      <p:bldP spid="142337583" grpId="0"/>
      <p:bldP spid="342048825" grpId="0"/>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18584713" name="Picture 4" descr="Picture background"/>
          <p:cNvPicPr>
            <a:picLocks noChangeAspect="1" noChangeArrowheads="1"/>
          </p:cNvPicPr>
          <p:nvPr/>
        </p:nvPicPr>
        <p:blipFill rotWithShape="1">
          <a:blip r:embed="rId3"/>
          <a:srcRect l="0" t="-1" r="0" b="34454"/>
          <a:stretch/>
        </p:blipFill>
        <p:spPr bwMode="auto">
          <a:xfrm>
            <a:off x="550332" y="1456842"/>
            <a:ext cx="4500563" cy="4495225"/>
          </a:xfrm>
          <a:prstGeom prst="rect">
            <a:avLst/>
          </a:prstGeom>
          <a:noFill/>
        </p:spPr>
      </p:pic>
      <p:sp>
        <p:nvSpPr>
          <p:cNvPr id="156256748" name="TextBox 5"/>
          <p:cNvSpPr txBox="1"/>
          <p:nvPr/>
        </p:nvSpPr>
        <p:spPr bwMode="auto">
          <a:xfrm>
            <a:off x="550332" y="440267"/>
            <a:ext cx="4885267" cy="584775"/>
          </a:xfrm>
          <a:prstGeom prst="rect">
            <a:avLst/>
          </a:prstGeom>
          <a:noFill/>
        </p:spPr>
        <p:txBody>
          <a:bodyPr wrap="square" rtlCol="0">
            <a:spAutoFit/>
          </a:bodyPr>
          <a:lstStyle/>
          <a:p>
            <a:pPr>
              <a:defRPr/>
            </a:pPr>
            <a:r>
              <a:rPr lang="en-US" sz="3200">
                <a:solidFill>
                  <a:schemeClr val="bg1"/>
                </a:solidFill>
                <a:latin typeface="ALS Sector Bold"/>
              </a:rPr>
              <a:t>Comic book explanation</a:t>
            </a:r>
            <a:endParaRPr/>
          </a:p>
        </p:txBody>
      </p:sp>
      <p:pic>
        <p:nvPicPr>
          <p:cNvPr id="1742516496" name="Рисунок 20"/>
          <p:cNvPicPr>
            <a:picLocks noChangeAspect="1"/>
          </p:cNvPicPr>
          <p:nvPr/>
        </p:nvPicPr>
        <p:blipFill rotWithShape="1">
          <a:blip r:embed="rId4"/>
          <a:stretch/>
        </p:blipFill>
        <p:spPr bwMode="auto">
          <a:xfrm>
            <a:off x="10963474" y="5629782"/>
            <a:ext cx="1228525" cy="1228218"/>
          </a:xfrm>
          <a:prstGeom prst="rect">
            <a:avLst/>
          </a:prstGeom>
        </p:spPr>
      </p:pic>
      <p:sp>
        <p:nvSpPr>
          <p:cNvPr id="1771382482" name="TextBox 18"/>
          <p:cNvSpPr txBox="1"/>
          <p:nvPr/>
        </p:nvSpPr>
        <p:spPr bwMode="auto">
          <a:xfrm>
            <a:off x="5683085" y="3704454"/>
            <a:ext cx="4648200" cy="2031325"/>
          </a:xfrm>
          <a:prstGeom prst="rect">
            <a:avLst/>
          </a:prstGeom>
          <a:noFill/>
        </p:spPr>
        <p:txBody>
          <a:bodyPr wrap="square" rtlCol="0">
            <a:spAutoFit/>
          </a:bodyPr>
          <a:lstStyle/>
          <a:p>
            <a:pPr>
              <a:defRPr/>
            </a:pPr>
            <a:r>
              <a:rPr lang="en-US">
                <a:solidFill>
                  <a:schemeClr val="bg1"/>
                </a:solidFill>
                <a:latin typeface="ALS Sector Regular"/>
                <a:cs typeface="ALS Sector Regular"/>
              </a:rPr>
              <a:t>Kryptonians</a:t>
            </a:r>
            <a:r>
              <a:rPr lang="en-US">
                <a:solidFill>
                  <a:schemeClr val="bg1"/>
                </a:solidFill>
                <a:latin typeface="ALS Sector Regular"/>
                <a:cs typeface="ALS Sector Regular"/>
              </a:rPr>
              <a:t>, unlike humans, have cellular structures that allow them to absorb solar energy more efficiently due to their higher density and different biological composition. So, cells of Superman's body act as solar batteries, storing and harnessing energy from the sun.</a:t>
            </a:r>
            <a:endParaRPr lang="ru-RU">
              <a:solidFill>
                <a:schemeClr val="bg1"/>
              </a:solidFill>
              <a:latin typeface="ALS Sector Regular"/>
              <a:cs typeface="ALS Sector Regular"/>
            </a:endParaRPr>
          </a:p>
        </p:txBody>
      </p:sp>
      <p:sp>
        <p:nvSpPr>
          <p:cNvPr id="293606640" name="TextBox 19"/>
          <p:cNvSpPr txBox="1"/>
          <p:nvPr/>
        </p:nvSpPr>
        <p:spPr bwMode="auto">
          <a:xfrm>
            <a:off x="5683085" y="1179843"/>
            <a:ext cx="4500563" cy="646331"/>
          </a:xfrm>
          <a:prstGeom prst="rect">
            <a:avLst/>
          </a:prstGeom>
          <a:noFill/>
        </p:spPr>
        <p:txBody>
          <a:bodyPr wrap="square" rtlCol="0">
            <a:spAutoFit/>
          </a:bodyPr>
          <a:lstStyle/>
          <a:p>
            <a:pPr>
              <a:defRPr/>
            </a:pPr>
            <a:r>
              <a:rPr lang="en-US">
                <a:solidFill>
                  <a:schemeClr val="bg1"/>
                </a:solidFill>
                <a:latin typeface="ALS Sector Regular"/>
                <a:cs typeface="ALS Sector Regular"/>
              </a:rPr>
              <a:t>But how is Superman capable to do such things?</a:t>
            </a:r>
            <a:endParaRPr lang="ru-RU">
              <a:solidFill>
                <a:schemeClr val="bg1"/>
              </a:solidFill>
              <a:latin typeface="ALS Sector Regular"/>
              <a:cs typeface="ALS Sector Regular"/>
            </a:endParaRPr>
          </a:p>
        </p:txBody>
      </p:sp>
      <p:sp>
        <p:nvSpPr>
          <p:cNvPr id="968848848" name="TextBox 25"/>
          <p:cNvSpPr txBox="1"/>
          <p:nvPr/>
        </p:nvSpPr>
        <p:spPr bwMode="auto">
          <a:xfrm>
            <a:off x="5683085" y="1826174"/>
            <a:ext cx="4648200" cy="1200329"/>
          </a:xfrm>
          <a:prstGeom prst="rect">
            <a:avLst/>
          </a:prstGeom>
          <a:noFill/>
        </p:spPr>
        <p:txBody>
          <a:bodyPr wrap="square">
            <a:spAutoFit/>
          </a:bodyPr>
          <a:lstStyle/>
          <a:p>
            <a:pPr>
              <a:defRPr/>
            </a:pPr>
            <a:r>
              <a:rPr lang="en-US">
                <a:solidFill>
                  <a:schemeClr val="bg1"/>
                </a:solidFill>
                <a:latin typeface="ALS Sector Regular"/>
                <a:cs typeface="ALS Sector Regular"/>
              </a:rPr>
              <a:t>Superman, also known as Clark Kent or </a:t>
            </a:r>
            <a:r>
              <a:rPr lang="en-US">
                <a:solidFill>
                  <a:schemeClr val="bg1"/>
                </a:solidFill>
                <a:latin typeface="ALS Sector Regular"/>
                <a:cs typeface="ALS Sector Regular"/>
              </a:rPr>
              <a:t>Kal</a:t>
            </a:r>
            <a:r>
              <a:rPr lang="en-US">
                <a:solidFill>
                  <a:schemeClr val="bg1"/>
                </a:solidFill>
                <a:latin typeface="ALS Sector Regular"/>
                <a:cs typeface="ALS Sector Regular"/>
              </a:rPr>
              <a:t>-El, comes from Krypton, a planet with a different atmosphere and environment than Earth.</a:t>
            </a:r>
            <a:endParaRPr/>
          </a:p>
        </p:txBody>
      </p:sp>
      <p:sp>
        <p:nvSpPr>
          <p:cNvPr id="887698561" name="TextBox 27"/>
          <p:cNvSpPr txBox="1"/>
          <p:nvPr/>
        </p:nvSpPr>
        <p:spPr bwMode="auto">
          <a:xfrm>
            <a:off x="5683085" y="3012237"/>
            <a:ext cx="4500563" cy="646331"/>
          </a:xfrm>
          <a:prstGeom prst="rect">
            <a:avLst/>
          </a:prstGeom>
          <a:noFill/>
        </p:spPr>
        <p:txBody>
          <a:bodyPr wrap="square">
            <a:spAutoFit/>
          </a:bodyPr>
          <a:lstStyle/>
          <a:p>
            <a:pPr>
              <a:defRPr/>
            </a:pPr>
            <a:r>
              <a:rPr lang="en-US">
                <a:solidFill>
                  <a:schemeClr val="bg1"/>
                </a:solidFill>
                <a:latin typeface="ALS Sector Regular"/>
                <a:cs typeface="ALS Sector Regular"/>
              </a:rPr>
              <a:t>So, differences in biology is a main reason for his supernatural abilities.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bldLst>
      <p:bldP spid="156256748" grpId="0"/>
      <p:bldP spid="1771382482" grpId="0"/>
      <p:bldP spid="293606640" grpId="0"/>
      <p:bldP spid="968848848" grpId="0"/>
      <p:bldP spid="887698561" grpId="0"/>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082095" name="Рисунок 1"/>
          <p:cNvPicPr>
            <a:picLocks noChangeAspect="1"/>
          </p:cNvPicPr>
          <p:nvPr/>
        </p:nvPicPr>
        <p:blipFill rotWithShape="1">
          <a:blip r:embed="rId3"/>
          <a:stretch/>
        </p:blipFill>
        <p:spPr bwMode="auto">
          <a:xfrm>
            <a:off x="10963474" y="5629782"/>
            <a:ext cx="1228525" cy="1228218"/>
          </a:xfrm>
          <a:prstGeom prst="rect">
            <a:avLst/>
          </a:prstGeom>
        </p:spPr>
      </p:pic>
      <p:sp>
        <p:nvSpPr>
          <p:cNvPr id="439499781" name="TextBox 2"/>
          <p:cNvSpPr txBox="1"/>
          <p:nvPr/>
        </p:nvSpPr>
        <p:spPr bwMode="auto">
          <a:xfrm>
            <a:off x="2815163" y="702731"/>
            <a:ext cx="6561667" cy="707886"/>
          </a:xfrm>
          <a:prstGeom prst="rect">
            <a:avLst/>
          </a:prstGeom>
          <a:noFill/>
        </p:spPr>
        <p:txBody>
          <a:bodyPr wrap="square" rtlCol="0">
            <a:spAutoFit/>
          </a:bodyPr>
          <a:lstStyle/>
          <a:p>
            <a:pPr>
              <a:defRPr/>
            </a:pPr>
            <a:r>
              <a:rPr lang="en-US" sz="4000" b="0" i="0">
                <a:solidFill>
                  <a:srgbClr val="FFFFFF"/>
                </a:solidFill>
                <a:latin typeface="ALS Sector Bold"/>
              </a:rPr>
              <a:t>Thanks for your attention!</a:t>
            </a:r>
            <a:endParaRPr lang="ru-RU" sz="4000">
              <a:latin typeface="ALS Sector Bold"/>
            </a:endParaRPr>
          </a:p>
        </p:txBody>
      </p:sp>
      <p:pic>
        <p:nvPicPr>
          <p:cNvPr id="121306790" name="Picture 2" descr="Picture background"/>
          <p:cNvPicPr>
            <a:picLocks noChangeAspect="1" noChangeArrowheads="1"/>
          </p:cNvPicPr>
          <p:nvPr/>
        </p:nvPicPr>
        <p:blipFill rotWithShape="1">
          <a:blip r:embed="rId4"/>
          <a:srcRect l="0" t="0" r="0" b="47901"/>
          <a:stretch/>
        </p:blipFill>
        <p:spPr bwMode="auto">
          <a:xfrm>
            <a:off x="3897310" y="1642533"/>
            <a:ext cx="4397375" cy="3572933"/>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Arial"/>
        <a:cs typeface="Arial"/>
      </a:majorFont>
      <a:minorFont>
        <a:latin typeface="Calibri"/>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Calibri Light"/>
        <a:ea typeface="Arial"/>
        <a:cs typeface="Arial"/>
      </a:majorFont>
      <a:minorFont>
        <a:latin typeface="Calibri"/>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ONLYOFFICE/9.3.0.140</Application>
  <PresentationFormat>On-screen Show (4:3)</PresentationFormat>
  <Paragraphs>0</Paragraphs>
  <Slides>6</Slides>
  <Notes>6</Notes>
  <HiddenSlides>0</HiddenSlides>
  <MMClips>2</MMClips>
  <ScaleCrop>0</ScaleCrop>
  <HeadingPairs>
    <vt:vector size="4" baseType="variant">
      <vt:variant>
        <vt:lpstr>Theme</vt:lpstr>
      </vt:variant>
      <vt:variant>
        <vt:i4>1</vt:i4>
      </vt:variant>
      <vt:variant>
        <vt:lpstr>Slide Titles</vt:lpstr>
      </vt:variant>
      <vt:variant>
        <vt:i4>6</vt:i4>
      </vt:variant>
    </vt:vector>
  </HeadingPairs>
  <TitlesOfParts>
    <vt:vector size="7" baseType="lpstr">
      <vt:lpstr>Theme 1</vt:lpstr>
      <vt:lpstr>Slide 1</vt:lpstr>
      <vt:lpstr>Slide 2</vt:lpstr>
      <vt:lpstr>Slide 3</vt:lpstr>
      <vt:lpstr>Slide 4</vt:lpstr>
      <vt:lpstr>Slide 5</vt:lpstr>
      <vt:lpstr>Slide 6</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Андрей Ракитин</dc:creator>
  <cp:lastModifiedBy/>
  <cp:revision>29</cp:revision>
  <dcterms:created xsi:type="dcterms:W3CDTF">2025-03-14T23:25:01Z</dcterms:created>
  <dcterms:modified xsi:type="dcterms:W3CDTF">2026-03-10T07:18:45Z</dcterms:modified>
</cp:coreProperties>
</file>